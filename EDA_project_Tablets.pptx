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60" r:id="rId3"/>
    <p:sldId id="261" r:id="rId4"/>
    <p:sldId id="262" r:id="rId5"/>
    <p:sldId id="263"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1" r:id="rId22"/>
    <p:sldId id="280" r:id="rId23"/>
    <p:sldId id="259" r:id="rId24"/>
  </p:sldIdLst>
  <p:sldSz cx="12192000" cy="6858000"/>
  <p:notesSz cx="6858000" cy="9144000"/>
  <p:embeddedFontLst>
    <p:embeddedFont>
      <p:font typeface="Arial Rounded MT Bold" panose="020F0704030504030204" pitchFamily="34" charset="0"/>
      <p:regular r:id="rId26"/>
    </p:embeddedFont>
    <p:embeddedFont>
      <p:font typeface="Libre Baskerville" panose="02000000000000000000" pitchFamily="2" charset="0"/>
      <p:regular r:id="rId27"/>
      <p:bold r:id="rId28"/>
      <p: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33"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4831AC8-FA24-4D2E-978A-A15169EA38AB}" v="210" dt="2025-11-19T10:20:22.9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customschemas.google.com/relationships/presentationmetadata" Target="metadata"/><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5"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path kumar Pujari" userId="8a26b55f15321775" providerId="LiveId" clId="{F0316F39-86B4-4C0E-9F13-967131A1CF52}"/>
    <pc:docChg chg="undo custSel addSld delSld modSld sldOrd">
      <pc:chgData name="sampath kumar Pujari" userId="8a26b55f15321775" providerId="LiveId" clId="{F0316F39-86B4-4C0E-9F13-967131A1CF52}" dt="2025-11-19T10:20:22.977" v="3493" actId="1076"/>
      <pc:docMkLst>
        <pc:docMk/>
      </pc:docMkLst>
      <pc:sldChg chg="addSp modSp mod">
        <pc:chgData name="sampath kumar Pujari" userId="8a26b55f15321775" providerId="LiveId" clId="{F0316F39-86B4-4C0E-9F13-967131A1CF52}" dt="2025-11-19T10:20:22.977" v="3493" actId="1076"/>
        <pc:sldMkLst>
          <pc:docMk/>
          <pc:sldMk cId="0" sldId="256"/>
        </pc:sldMkLst>
        <pc:spChg chg="mod">
          <ac:chgData name="sampath kumar Pujari" userId="8a26b55f15321775" providerId="LiveId" clId="{F0316F39-86B4-4C0E-9F13-967131A1CF52}" dt="2025-11-17T05:45:52.443" v="3314" actId="20577"/>
          <ac:spMkLst>
            <pc:docMk/>
            <pc:sldMk cId="0" sldId="256"/>
            <ac:spMk id="99" creationId="{00000000-0000-0000-0000-000000000000}"/>
          </ac:spMkLst>
        </pc:spChg>
        <pc:picChg chg="mod">
          <ac:chgData name="sampath kumar Pujari" userId="8a26b55f15321775" providerId="LiveId" clId="{F0316F39-86B4-4C0E-9F13-967131A1CF52}" dt="2025-11-19T10:19:34.719" v="3481" actId="1076"/>
          <ac:picMkLst>
            <pc:docMk/>
            <pc:sldMk cId="0" sldId="256"/>
            <ac:picMk id="98" creationId="{00000000-0000-0000-0000-000000000000}"/>
          </ac:picMkLst>
        </pc:picChg>
        <pc:picChg chg="add mod">
          <ac:chgData name="sampath kumar Pujari" userId="8a26b55f15321775" providerId="LiveId" clId="{F0316F39-86B4-4C0E-9F13-967131A1CF52}" dt="2025-11-19T10:20:22.977" v="3493" actId="1076"/>
          <ac:picMkLst>
            <pc:docMk/>
            <pc:sldMk cId="0" sldId="256"/>
            <ac:picMk id="3074" creationId="{65B78CB1-F46B-6B25-1DDD-81DD355A0D87}"/>
          </ac:picMkLst>
        </pc:picChg>
      </pc:sldChg>
      <pc:sldChg chg="del">
        <pc:chgData name="sampath kumar Pujari" userId="8a26b55f15321775" providerId="LiveId" clId="{F0316F39-86B4-4C0E-9F13-967131A1CF52}" dt="2025-11-19T09:52:50.739" v="3329" actId="2696"/>
        <pc:sldMkLst>
          <pc:docMk/>
          <pc:sldMk cId="0" sldId="257"/>
        </pc:sldMkLst>
      </pc:sldChg>
      <pc:sldChg chg="modSp mod">
        <pc:chgData name="sampath kumar Pujari" userId="8a26b55f15321775" providerId="LiveId" clId="{F0316F39-86B4-4C0E-9F13-967131A1CF52}" dt="2025-11-15T15:07:46.012" v="3285" actId="207"/>
        <pc:sldMkLst>
          <pc:docMk/>
          <pc:sldMk cId="0" sldId="259"/>
        </pc:sldMkLst>
        <pc:spChg chg="mod">
          <ac:chgData name="sampath kumar Pujari" userId="8a26b55f15321775" providerId="LiveId" clId="{F0316F39-86B4-4C0E-9F13-967131A1CF52}" dt="2025-11-15T15:07:46.012" v="3285" actId="207"/>
          <ac:spMkLst>
            <pc:docMk/>
            <pc:sldMk cId="0" sldId="259"/>
            <ac:spMk id="117" creationId="{00000000-0000-0000-0000-000000000000}"/>
          </ac:spMkLst>
        </pc:spChg>
      </pc:sldChg>
      <pc:sldChg chg="addSp delSp modSp new mod">
        <pc:chgData name="sampath kumar Pujari" userId="8a26b55f15321775" providerId="LiveId" clId="{F0316F39-86B4-4C0E-9F13-967131A1CF52}" dt="2025-11-15T14:59:17.563" v="3239" actId="255"/>
        <pc:sldMkLst>
          <pc:docMk/>
          <pc:sldMk cId="909335904" sldId="260"/>
        </pc:sldMkLst>
        <pc:spChg chg="mod">
          <ac:chgData name="sampath kumar Pujari" userId="8a26b55f15321775" providerId="LiveId" clId="{F0316F39-86B4-4C0E-9F13-967131A1CF52}" dt="2025-11-15T14:58:46.714" v="3237" actId="255"/>
          <ac:spMkLst>
            <pc:docMk/>
            <pc:sldMk cId="909335904" sldId="260"/>
            <ac:spMk id="2" creationId="{D80BBD61-2C35-96CA-84B0-A20A02FE1D7E}"/>
          </ac:spMkLst>
        </pc:spChg>
        <pc:spChg chg="mod">
          <ac:chgData name="sampath kumar Pujari" userId="8a26b55f15321775" providerId="LiveId" clId="{F0316F39-86B4-4C0E-9F13-967131A1CF52}" dt="2025-11-15T14:59:17.563" v="3239" actId="255"/>
          <ac:spMkLst>
            <pc:docMk/>
            <pc:sldMk cId="909335904" sldId="260"/>
            <ac:spMk id="3" creationId="{FF0DC92E-BF2E-CC1D-9D1C-DB897F6800EF}"/>
          </ac:spMkLst>
        </pc:spChg>
      </pc:sldChg>
      <pc:sldChg chg="modSp new mod ord">
        <pc:chgData name="sampath kumar Pujari" userId="8a26b55f15321775" providerId="LiveId" clId="{F0316F39-86B4-4C0E-9F13-967131A1CF52}" dt="2025-11-15T14:59:35.772" v="3242" actId="1076"/>
        <pc:sldMkLst>
          <pc:docMk/>
          <pc:sldMk cId="2801977829" sldId="261"/>
        </pc:sldMkLst>
        <pc:spChg chg="mod">
          <ac:chgData name="sampath kumar Pujari" userId="8a26b55f15321775" providerId="LiveId" clId="{F0316F39-86B4-4C0E-9F13-967131A1CF52}" dt="2025-11-15T14:58:56.246" v="3238" actId="255"/>
          <ac:spMkLst>
            <pc:docMk/>
            <pc:sldMk cId="2801977829" sldId="261"/>
            <ac:spMk id="2" creationId="{BFA8FBF0-A060-C65C-6D19-F83CD88B97E1}"/>
          </ac:spMkLst>
        </pc:spChg>
        <pc:spChg chg="mod">
          <ac:chgData name="sampath kumar Pujari" userId="8a26b55f15321775" providerId="LiveId" clId="{F0316F39-86B4-4C0E-9F13-967131A1CF52}" dt="2025-11-15T14:59:35.772" v="3242" actId="1076"/>
          <ac:spMkLst>
            <pc:docMk/>
            <pc:sldMk cId="2801977829" sldId="261"/>
            <ac:spMk id="3" creationId="{B11401BE-3443-66A9-225E-C4C82323EBF5}"/>
          </ac:spMkLst>
        </pc:spChg>
      </pc:sldChg>
      <pc:sldChg chg="modSp new mod">
        <pc:chgData name="sampath kumar Pujari" userId="8a26b55f15321775" providerId="LiveId" clId="{F0316F39-86B4-4C0E-9F13-967131A1CF52}" dt="2025-11-15T14:59:54.821" v="3244" actId="1076"/>
        <pc:sldMkLst>
          <pc:docMk/>
          <pc:sldMk cId="2048828975" sldId="262"/>
        </pc:sldMkLst>
        <pc:spChg chg="mod">
          <ac:chgData name="sampath kumar Pujari" userId="8a26b55f15321775" providerId="LiveId" clId="{F0316F39-86B4-4C0E-9F13-967131A1CF52}" dt="2025-11-14T07:03:42.703" v="1455" actId="1076"/>
          <ac:spMkLst>
            <pc:docMk/>
            <pc:sldMk cId="2048828975" sldId="262"/>
            <ac:spMk id="2" creationId="{4093AF03-0F80-E1B4-FD77-D3D80F8A6CEA}"/>
          </ac:spMkLst>
        </pc:spChg>
        <pc:spChg chg="mod">
          <ac:chgData name="sampath kumar Pujari" userId="8a26b55f15321775" providerId="LiveId" clId="{F0316F39-86B4-4C0E-9F13-967131A1CF52}" dt="2025-11-15T14:59:54.821" v="3244" actId="1076"/>
          <ac:spMkLst>
            <pc:docMk/>
            <pc:sldMk cId="2048828975" sldId="262"/>
            <ac:spMk id="3" creationId="{FC4C6ED4-F506-8596-570E-21FD8BE2A4C5}"/>
          </ac:spMkLst>
        </pc:spChg>
      </pc:sldChg>
      <pc:sldChg chg="addSp modSp new mod">
        <pc:chgData name="sampath kumar Pujari" userId="8a26b55f15321775" providerId="LiveId" clId="{F0316F39-86B4-4C0E-9F13-967131A1CF52}" dt="2025-11-15T15:00:07.749" v="3245" actId="255"/>
        <pc:sldMkLst>
          <pc:docMk/>
          <pc:sldMk cId="4259572878" sldId="263"/>
        </pc:sldMkLst>
        <pc:spChg chg="mod">
          <ac:chgData name="sampath kumar Pujari" userId="8a26b55f15321775" providerId="LiveId" clId="{F0316F39-86B4-4C0E-9F13-967131A1CF52}" dt="2025-11-13T19:06:21.761" v="874" actId="1076"/>
          <ac:spMkLst>
            <pc:docMk/>
            <pc:sldMk cId="4259572878" sldId="263"/>
            <ac:spMk id="2" creationId="{3D5AADF2-3FE4-1BC8-679A-ACF0D39E38CC}"/>
          </ac:spMkLst>
        </pc:spChg>
        <pc:spChg chg="mod">
          <ac:chgData name="sampath kumar Pujari" userId="8a26b55f15321775" providerId="LiveId" clId="{F0316F39-86B4-4C0E-9F13-967131A1CF52}" dt="2025-11-15T15:00:07.749" v="3245" actId="255"/>
          <ac:spMkLst>
            <pc:docMk/>
            <pc:sldMk cId="4259572878" sldId="263"/>
            <ac:spMk id="3" creationId="{135A32CC-06D1-3DDC-4035-3677C12B20E2}"/>
          </ac:spMkLst>
        </pc:spChg>
        <pc:picChg chg="add mod">
          <ac:chgData name="sampath kumar Pujari" userId="8a26b55f15321775" providerId="LiveId" clId="{F0316F39-86B4-4C0E-9F13-967131A1CF52}" dt="2025-11-13T19:14:34.617" v="937" actId="14100"/>
          <ac:picMkLst>
            <pc:docMk/>
            <pc:sldMk cId="4259572878" sldId="263"/>
            <ac:picMk id="5" creationId="{078C522E-9D9C-F23F-30C9-1632DEEA793F}"/>
          </ac:picMkLst>
        </pc:picChg>
        <pc:picChg chg="add mod">
          <ac:chgData name="sampath kumar Pujari" userId="8a26b55f15321775" providerId="LiveId" clId="{F0316F39-86B4-4C0E-9F13-967131A1CF52}" dt="2025-11-13T19:14:40.978" v="939" actId="14100"/>
          <ac:picMkLst>
            <pc:docMk/>
            <pc:sldMk cId="4259572878" sldId="263"/>
            <ac:picMk id="7" creationId="{C0D6A2F9-04CC-6542-793B-7852171C8DCF}"/>
          </ac:picMkLst>
        </pc:picChg>
      </pc:sldChg>
      <pc:sldChg chg="modSp new mod">
        <pc:chgData name="sampath kumar Pujari" userId="8a26b55f15321775" providerId="LiveId" clId="{F0316F39-86B4-4C0E-9F13-967131A1CF52}" dt="2025-11-15T15:00:34.904" v="3246" actId="255"/>
        <pc:sldMkLst>
          <pc:docMk/>
          <pc:sldMk cId="4232618021" sldId="265"/>
        </pc:sldMkLst>
        <pc:spChg chg="mod">
          <ac:chgData name="sampath kumar Pujari" userId="8a26b55f15321775" providerId="LiveId" clId="{F0316F39-86B4-4C0E-9F13-967131A1CF52}" dt="2025-11-13T19:31:41.996" v="1110" actId="1076"/>
          <ac:spMkLst>
            <pc:docMk/>
            <pc:sldMk cId="4232618021" sldId="265"/>
            <ac:spMk id="2" creationId="{2082E718-1826-4858-5E25-FF9F05C28839}"/>
          </ac:spMkLst>
        </pc:spChg>
        <pc:spChg chg="mod">
          <ac:chgData name="sampath kumar Pujari" userId="8a26b55f15321775" providerId="LiveId" clId="{F0316F39-86B4-4C0E-9F13-967131A1CF52}" dt="2025-11-15T15:00:34.904" v="3246" actId="255"/>
          <ac:spMkLst>
            <pc:docMk/>
            <pc:sldMk cId="4232618021" sldId="265"/>
            <ac:spMk id="3" creationId="{C150B443-85BB-7F6A-C414-5A1A5F6B4A40}"/>
          </ac:spMkLst>
        </pc:spChg>
      </pc:sldChg>
      <pc:sldChg chg="delSp modSp new mod">
        <pc:chgData name="sampath kumar Pujari" userId="8a26b55f15321775" providerId="LiveId" clId="{F0316F39-86B4-4C0E-9F13-967131A1CF52}" dt="2025-11-19T10:15:58.895" v="3474" actId="20577"/>
        <pc:sldMkLst>
          <pc:docMk/>
          <pc:sldMk cId="3234718492" sldId="266"/>
        </pc:sldMkLst>
        <pc:spChg chg="mod">
          <ac:chgData name="sampath kumar Pujari" userId="8a26b55f15321775" providerId="LiveId" clId="{F0316F39-86B4-4C0E-9F13-967131A1CF52}" dt="2025-11-19T10:15:58.895" v="3474" actId="20577"/>
          <ac:spMkLst>
            <pc:docMk/>
            <pc:sldMk cId="3234718492" sldId="266"/>
            <ac:spMk id="3" creationId="{8BBDA042-57A8-1DBE-075E-7E845FFD4DDB}"/>
          </ac:spMkLst>
        </pc:spChg>
      </pc:sldChg>
      <pc:sldChg chg="addSp delSp modSp new mod">
        <pc:chgData name="sampath kumar Pujari" userId="8a26b55f15321775" providerId="LiveId" clId="{F0316F39-86B4-4C0E-9F13-967131A1CF52}" dt="2025-11-13T19:54:43.119" v="1238" actId="14100"/>
        <pc:sldMkLst>
          <pc:docMk/>
          <pc:sldMk cId="1193496189" sldId="267"/>
        </pc:sldMkLst>
        <pc:spChg chg="add mod">
          <ac:chgData name="sampath kumar Pujari" userId="8a26b55f15321775" providerId="LiveId" clId="{F0316F39-86B4-4C0E-9F13-967131A1CF52}" dt="2025-11-13T19:54:23.490" v="1235" actId="1076"/>
          <ac:spMkLst>
            <pc:docMk/>
            <pc:sldMk cId="1193496189" sldId="267"/>
            <ac:spMk id="16" creationId="{CFA5BFB7-A5F7-7A36-0D6F-05307A801D29}"/>
          </ac:spMkLst>
        </pc:spChg>
        <pc:picChg chg="add mod">
          <ac:chgData name="sampath kumar Pujari" userId="8a26b55f15321775" providerId="LiveId" clId="{F0316F39-86B4-4C0E-9F13-967131A1CF52}" dt="2025-11-13T19:54:30.324" v="1236" actId="14100"/>
          <ac:picMkLst>
            <pc:docMk/>
            <pc:sldMk cId="1193496189" sldId="267"/>
            <ac:picMk id="11" creationId="{A2F45DB8-203A-11CC-6A7D-85B1E6361A3D}"/>
          </ac:picMkLst>
        </pc:picChg>
        <pc:picChg chg="add mod">
          <ac:chgData name="sampath kumar Pujari" userId="8a26b55f15321775" providerId="LiveId" clId="{F0316F39-86B4-4C0E-9F13-967131A1CF52}" dt="2025-11-13T19:54:43.119" v="1238" actId="14100"/>
          <ac:picMkLst>
            <pc:docMk/>
            <pc:sldMk cId="1193496189" sldId="267"/>
            <ac:picMk id="15" creationId="{D035D1FE-8BBB-18FC-10D8-424605BCB744}"/>
          </ac:picMkLst>
        </pc:picChg>
      </pc:sldChg>
      <pc:sldChg chg="modSp new mod ord">
        <pc:chgData name="sampath kumar Pujari" userId="8a26b55f15321775" providerId="LiveId" clId="{F0316F39-86B4-4C0E-9F13-967131A1CF52}" dt="2025-11-15T15:01:16.500" v="3253" actId="14100"/>
        <pc:sldMkLst>
          <pc:docMk/>
          <pc:sldMk cId="1507871240" sldId="268"/>
        </pc:sldMkLst>
        <pc:spChg chg="mod">
          <ac:chgData name="sampath kumar Pujari" userId="8a26b55f15321775" providerId="LiveId" clId="{F0316F39-86B4-4C0E-9F13-967131A1CF52}" dt="2025-11-14T06:50:27.128" v="1364" actId="207"/>
          <ac:spMkLst>
            <pc:docMk/>
            <pc:sldMk cId="1507871240" sldId="268"/>
            <ac:spMk id="2" creationId="{3D379C1D-E124-BBB8-1E5A-76B6BF9453F0}"/>
          </ac:spMkLst>
        </pc:spChg>
        <pc:spChg chg="mod">
          <ac:chgData name="sampath kumar Pujari" userId="8a26b55f15321775" providerId="LiveId" clId="{F0316F39-86B4-4C0E-9F13-967131A1CF52}" dt="2025-11-15T15:01:16.500" v="3253" actId="14100"/>
          <ac:spMkLst>
            <pc:docMk/>
            <pc:sldMk cId="1507871240" sldId="268"/>
            <ac:spMk id="3" creationId="{F91E961A-F8E5-02D5-3669-DD7CB6FADCB3}"/>
          </ac:spMkLst>
        </pc:spChg>
      </pc:sldChg>
      <pc:sldChg chg="addSp delSp modSp new mod">
        <pc:chgData name="sampath kumar Pujari" userId="8a26b55f15321775" providerId="LiveId" clId="{F0316F39-86B4-4C0E-9F13-967131A1CF52}" dt="2025-11-15T15:01:25.151" v="3254" actId="255"/>
        <pc:sldMkLst>
          <pc:docMk/>
          <pc:sldMk cId="2179372530" sldId="269"/>
        </pc:sldMkLst>
        <pc:spChg chg="mod">
          <ac:chgData name="sampath kumar Pujari" userId="8a26b55f15321775" providerId="LiveId" clId="{F0316F39-86B4-4C0E-9F13-967131A1CF52}" dt="2025-11-15T15:01:25.151" v="3254" actId="255"/>
          <ac:spMkLst>
            <pc:docMk/>
            <pc:sldMk cId="2179372530" sldId="269"/>
            <ac:spMk id="3" creationId="{FC9719A2-EC7D-C275-F826-5DDAD700468E}"/>
          </ac:spMkLst>
        </pc:spChg>
      </pc:sldChg>
      <pc:sldChg chg="addSp delSp modSp new mod ord">
        <pc:chgData name="sampath kumar Pujari" userId="8a26b55f15321775" providerId="LiveId" clId="{F0316F39-86B4-4C0E-9F13-967131A1CF52}" dt="2025-11-19T08:48:26.371" v="3315" actId="20577"/>
        <pc:sldMkLst>
          <pc:docMk/>
          <pc:sldMk cId="3227658707" sldId="270"/>
        </pc:sldMkLst>
        <pc:spChg chg="mod">
          <ac:chgData name="sampath kumar Pujari" userId="8a26b55f15321775" providerId="LiveId" clId="{F0316F39-86B4-4C0E-9F13-967131A1CF52}" dt="2025-11-14T08:11:32.190" v="1639" actId="1076"/>
          <ac:spMkLst>
            <pc:docMk/>
            <pc:sldMk cId="3227658707" sldId="270"/>
            <ac:spMk id="2" creationId="{B79D2726-0F9A-03BE-DA6D-892602686455}"/>
          </ac:spMkLst>
        </pc:spChg>
        <pc:spChg chg="add mod">
          <ac:chgData name="sampath kumar Pujari" userId="8a26b55f15321775" providerId="LiveId" clId="{F0316F39-86B4-4C0E-9F13-967131A1CF52}" dt="2025-11-19T08:48:26.371" v="3315" actId="20577"/>
          <ac:spMkLst>
            <pc:docMk/>
            <pc:sldMk cId="3227658707" sldId="270"/>
            <ac:spMk id="14" creationId="{6EEF0AF7-CD2F-6C87-2BB7-3AC6582D59D0}"/>
          </ac:spMkLst>
        </pc:spChg>
        <pc:picChg chg="add mod">
          <ac:chgData name="sampath kumar Pujari" userId="8a26b55f15321775" providerId="LiveId" clId="{F0316F39-86B4-4C0E-9F13-967131A1CF52}" dt="2025-11-14T08:32:39.001" v="1734" actId="14100"/>
          <ac:picMkLst>
            <pc:docMk/>
            <pc:sldMk cId="3227658707" sldId="270"/>
            <ac:picMk id="16" creationId="{E53A220D-EA47-7C81-739D-8A672BADBA09}"/>
          </ac:picMkLst>
        </pc:picChg>
      </pc:sldChg>
      <pc:sldChg chg="addSp delSp modSp new mod">
        <pc:chgData name="sampath kumar Pujari" userId="8a26b55f15321775" providerId="LiveId" clId="{F0316F39-86B4-4C0E-9F13-967131A1CF52}" dt="2025-11-15T15:03:47.165" v="3263" actId="255"/>
        <pc:sldMkLst>
          <pc:docMk/>
          <pc:sldMk cId="1319222896" sldId="271"/>
        </pc:sldMkLst>
        <pc:spChg chg="add mod">
          <ac:chgData name="sampath kumar Pujari" userId="8a26b55f15321775" providerId="LiveId" clId="{F0316F39-86B4-4C0E-9F13-967131A1CF52}" dt="2025-11-15T15:03:40.425" v="3262" actId="255"/>
          <ac:spMkLst>
            <pc:docMk/>
            <pc:sldMk cId="1319222896" sldId="271"/>
            <ac:spMk id="9" creationId="{6032EBDB-9AE9-7C27-EFA6-8208220D8E50}"/>
          </ac:spMkLst>
        </pc:spChg>
        <pc:spChg chg="add mod">
          <ac:chgData name="sampath kumar Pujari" userId="8a26b55f15321775" providerId="LiveId" clId="{F0316F39-86B4-4C0E-9F13-967131A1CF52}" dt="2025-11-15T15:03:47.165" v="3263" actId="255"/>
          <ac:spMkLst>
            <pc:docMk/>
            <pc:sldMk cId="1319222896" sldId="271"/>
            <ac:spMk id="11" creationId="{8E12AC7F-9CE6-35AD-5D6A-7930C84DC995}"/>
          </ac:spMkLst>
        </pc:spChg>
        <pc:picChg chg="add mod">
          <ac:chgData name="sampath kumar Pujari" userId="8a26b55f15321775" providerId="LiveId" clId="{F0316F39-86B4-4C0E-9F13-967131A1CF52}" dt="2025-11-14T09:20:58.300" v="1735" actId="14100"/>
          <ac:picMkLst>
            <pc:docMk/>
            <pc:sldMk cId="1319222896" sldId="271"/>
            <ac:picMk id="5" creationId="{2B553048-0A87-1FA1-704F-863828912EAE}"/>
          </ac:picMkLst>
        </pc:picChg>
        <pc:picChg chg="add mod">
          <ac:chgData name="sampath kumar Pujari" userId="8a26b55f15321775" providerId="LiveId" clId="{F0316F39-86B4-4C0E-9F13-967131A1CF52}" dt="2025-11-14T07:47:45.443" v="1515" actId="14100"/>
          <ac:picMkLst>
            <pc:docMk/>
            <pc:sldMk cId="1319222896" sldId="271"/>
            <ac:picMk id="7" creationId="{70C5B981-9E0C-21E3-3530-12E391204F88}"/>
          </ac:picMkLst>
        </pc:picChg>
      </pc:sldChg>
      <pc:sldChg chg="addSp delSp modSp new mod">
        <pc:chgData name="sampath kumar Pujari" userId="8a26b55f15321775" providerId="LiveId" clId="{F0316F39-86B4-4C0E-9F13-967131A1CF52}" dt="2025-11-19T09:21:12.676" v="3328" actId="20577"/>
        <pc:sldMkLst>
          <pc:docMk/>
          <pc:sldMk cId="3724999659" sldId="272"/>
        </pc:sldMkLst>
        <pc:spChg chg="add mod">
          <ac:chgData name="sampath kumar Pujari" userId="8a26b55f15321775" providerId="LiveId" clId="{F0316F39-86B4-4C0E-9F13-967131A1CF52}" dt="2025-11-15T15:03:05.398" v="3260" actId="255"/>
          <ac:spMkLst>
            <pc:docMk/>
            <pc:sldMk cId="3724999659" sldId="272"/>
            <ac:spMk id="9" creationId="{5F234652-1258-8F92-D66A-2B6BF8B1455E}"/>
          </ac:spMkLst>
        </pc:spChg>
        <pc:spChg chg="add mod">
          <ac:chgData name="sampath kumar Pujari" userId="8a26b55f15321775" providerId="LiveId" clId="{F0316F39-86B4-4C0E-9F13-967131A1CF52}" dt="2025-11-19T09:21:12.676" v="3328" actId="20577"/>
          <ac:spMkLst>
            <pc:docMk/>
            <pc:sldMk cId="3724999659" sldId="272"/>
            <ac:spMk id="10" creationId="{66EB1A59-774B-2258-2263-871741AD7FEE}"/>
          </ac:spMkLst>
        </pc:spChg>
        <pc:picChg chg="add mod">
          <ac:chgData name="sampath kumar Pujari" userId="8a26b55f15321775" providerId="LiveId" clId="{F0316F39-86B4-4C0E-9F13-967131A1CF52}" dt="2025-11-14T07:51:06.095" v="1544" actId="14100"/>
          <ac:picMkLst>
            <pc:docMk/>
            <pc:sldMk cId="3724999659" sldId="272"/>
            <ac:picMk id="5" creationId="{E86FAB39-B21A-5A30-1C33-2A067A7F31EF}"/>
          </ac:picMkLst>
        </pc:picChg>
        <pc:picChg chg="add mod">
          <ac:chgData name="sampath kumar Pujari" userId="8a26b55f15321775" providerId="LiveId" clId="{F0316F39-86B4-4C0E-9F13-967131A1CF52}" dt="2025-11-14T07:51:09.566" v="1545" actId="14100"/>
          <ac:picMkLst>
            <pc:docMk/>
            <pc:sldMk cId="3724999659" sldId="272"/>
            <ac:picMk id="6" creationId="{54944B32-46A4-994B-8416-53A81F99ED6A}"/>
          </ac:picMkLst>
        </pc:picChg>
      </pc:sldChg>
      <pc:sldChg chg="addSp delSp modSp new mod">
        <pc:chgData name="sampath kumar Pujari" userId="8a26b55f15321775" providerId="LiveId" clId="{F0316F39-86B4-4C0E-9F13-967131A1CF52}" dt="2025-11-15T15:04:25.563" v="3269" actId="255"/>
        <pc:sldMkLst>
          <pc:docMk/>
          <pc:sldMk cId="1564332807" sldId="273"/>
        </pc:sldMkLst>
        <pc:spChg chg="mod">
          <ac:chgData name="sampath kumar Pujari" userId="8a26b55f15321775" providerId="LiveId" clId="{F0316F39-86B4-4C0E-9F13-967131A1CF52}" dt="2025-11-14T11:09:01.697" v="1956" actId="207"/>
          <ac:spMkLst>
            <pc:docMk/>
            <pc:sldMk cId="1564332807" sldId="273"/>
            <ac:spMk id="2" creationId="{ACD7C4E5-1BE5-1ADC-86BA-54207216D205}"/>
          </ac:spMkLst>
        </pc:spChg>
        <pc:spChg chg="add mod">
          <ac:chgData name="sampath kumar Pujari" userId="8a26b55f15321775" providerId="LiveId" clId="{F0316F39-86B4-4C0E-9F13-967131A1CF52}" dt="2025-11-15T10:12:57.949" v="2083" actId="20577"/>
          <ac:spMkLst>
            <pc:docMk/>
            <pc:sldMk cId="1564332807" sldId="273"/>
            <ac:spMk id="3" creationId="{A62AC39E-B56A-4D6B-C486-F3F16F35D3F0}"/>
          </ac:spMkLst>
        </pc:spChg>
        <pc:spChg chg="add mod">
          <ac:chgData name="sampath kumar Pujari" userId="8a26b55f15321775" providerId="LiveId" clId="{F0316F39-86B4-4C0E-9F13-967131A1CF52}" dt="2025-11-15T15:04:25.563" v="3269" actId="255"/>
          <ac:spMkLst>
            <pc:docMk/>
            <pc:sldMk cId="1564332807" sldId="273"/>
            <ac:spMk id="4" creationId="{9E18EF38-51A8-9BE1-B0F3-D6A256B94E2A}"/>
          </ac:spMkLst>
        </pc:spChg>
        <pc:spChg chg="add mod">
          <ac:chgData name="sampath kumar Pujari" userId="8a26b55f15321775" providerId="LiveId" clId="{F0316F39-86B4-4C0E-9F13-967131A1CF52}" dt="2025-11-15T15:04:14.609" v="3266" actId="255"/>
          <ac:spMkLst>
            <pc:docMk/>
            <pc:sldMk cId="1564332807" sldId="273"/>
            <ac:spMk id="6" creationId="{82251B6B-0CAF-7720-80AF-004845866779}"/>
          </ac:spMkLst>
        </pc:spChg>
        <pc:picChg chg="add mod">
          <ac:chgData name="sampath kumar Pujari" userId="8a26b55f15321775" providerId="LiveId" clId="{F0316F39-86B4-4C0E-9F13-967131A1CF52}" dt="2025-11-14T15:05:23.094" v="1978" actId="1076"/>
          <ac:picMkLst>
            <pc:docMk/>
            <pc:sldMk cId="1564332807" sldId="273"/>
            <ac:picMk id="5" creationId="{03D9E2FB-90E7-F41D-DEAD-D753C9E378E2}"/>
          </ac:picMkLst>
        </pc:picChg>
        <pc:picChg chg="add mod">
          <ac:chgData name="sampath kumar Pujari" userId="8a26b55f15321775" providerId="LiveId" clId="{F0316F39-86B4-4C0E-9F13-967131A1CF52}" dt="2025-11-14T15:18:40.826" v="2044" actId="14100"/>
          <ac:picMkLst>
            <pc:docMk/>
            <pc:sldMk cId="1564332807" sldId="273"/>
            <ac:picMk id="7" creationId="{A85A1041-399B-398F-FA8B-38B733F1F395}"/>
          </ac:picMkLst>
        </pc:picChg>
      </pc:sldChg>
      <pc:sldChg chg="addSp delSp modSp new mod">
        <pc:chgData name="sampath kumar Pujari" userId="8a26b55f15321775" providerId="LiveId" clId="{F0316F39-86B4-4C0E-9F13-967131A1CF52}" dt="2025-11-15T15:04:37.634" v="3270" actId="255"/>
        <pc:sldMkLst>
          <pc:docMk/>
          <pc:sldMk cId="867007948" sldId="274"/>
        </pc:sldMkLst>
        <pc:spChg chg="add mod">
          <ac:chgData name="sampath kumar Pujari" userId="8a26b55f15321775" providerId="LiveId" clId="{F0316F39-86B4-4C0E-9F13-967131A1CF52}" dt="2025-11-15T15:04:37.634" v="3270" actId="255"/>
          <ac:spMkLst>
            <pc:docMk/>
            <pc:sldMk cId="867007948" sldId="274"/>
            <ac:spMk id="2" creationId="{0757CE2C-D504-6A93-D1E7-D8665B8121A4}"/>
          </ac:spMkLst>
        </pc:spChg>
        <pc:picChg chg="add mod">
          <ac:chgData name="sampath kumar Pujari" userId="8a26b55f15321775" providerId="LiveId" clId="{F0316F39-86B4-4C0E-9F13-967131A1CF52}" dt="2025-11-14T15:10:55.931" v="2010" actId="1076"/>
          <ac:picMkLst>
            <pc:docMk/>
            <pc:sldMk cId="867007948" sldId="274"/>
            <ac:picMk id="7" creationId="{C2D6EB43-EC20-5533-25BA-EF3F95927DD1}"/>
          </ac:picMkLst>
        </pc:picChg>
      </pc:sldChg>
      <pc:sldChg chg="addSp delSp modSp new mod">
        <pc:chgData name="sampath kumar Pujari" userId="8a26b55f15321775" providerId="LiveId" clId="{F0316F39-86B4-4C0E-9F13-967131A1CF52}" dt="2025-11-15T15:05:02.902" v="3273" actId="255"/>
        <pc:sldMkLst>
          <pc:docMk/>
          <pc:sldMk cId="2611977507" sldId="275"/>
        </pc:sldMkLst>
        <pc:spChg chg="add mod">
          <ac:chgData name="sampath kumar Pujari" userId="8a26b55f15321775" providerId="LiveId" clId="{F0316F39-86B4-4C0E-9F13-967131A1CF52}" dt="2025-11-15T15:04:55.007" v="3272" actId="2711"/>
          <ac:spMkLst>
            <pc:docMk/>
            <pc:sldMk cId="2611977507" sldId="275"/>
            <ac:spMk id="2" creationId="{5E3CD6F0-32E7-E198-2C2F-785A2686AEA0}"/>
          </ac:spMkLst>
        </pc:spChg>
        <pc:spChg chg="add mod">
          <ac:chgData name="sampath kumar Pujari" userId="8a26b55f15321775" providerId="LiveId" clId="{F0316F39-86B4-4C0E-9F13-967131A1CF52}" dt="2025-11-15T15:05:02.902" v="3273" actId="255"/>
          <ac:spMkLst>
            <pc:docMk/>
            <pc:sldMk cId="2611977507" sldId="275"/>
            <ac:spMk id="3" creationId="{7ED1416A-CF1D-D96B-161F-2B52A603BE16}"/>
          </ac:spMkLst>
        </pc:spChg>
        <pc:picChg chg="add mod">
          <ac:chgData name="sampath kumar Pujari" userId="8a26b55f15321775" providerId="LiveId" clId="{F0316F39-86B4-4C0E-9F13-967131A1CF52}" dt="2025-11-14T15:18:56.745" v="2046" actId="1076"/>
          <ac:picMkLst>
            <pc:docMk/>
            <pc:sldMk cId="2611977507" sldId="275"/>
            <ac:picMk id="5" creationId="{C2073DC0-EC7B-2A9F-1E98-21D5E56FDCCE}"/>
          </ac:picMkLst>
        </pc:picChg>
        <pc:picChg chg="add mod">
          <ac:chgData name="sampath kumar Pujari" userId="8a26b55f15321775" providerId="LiveId" clId="{F0316F39-86B4-4C0E-9F13-967131A1CF52}" dt="2025-11-14T15:18:59.319" v="2047" actId="1076"/>
          <ac:picMkLst>
            <pc:docMk/>
            <pc:sldMk cId="2611977507" sldId="275"/>
            <ac:picMk id="7" creationId="{F2AE05C8-1D6F-74C4-4838-D0873CAF4594}"/>
          </ac:picMkLst>
        </pc:picChg>
      </pc:sldChg>
      <pc:sldChg chg="addSp delSp modSp new mod">
        <pc:chgData name="sampath kumar Pujari" userId="8a26b55f15321775" providerId="LiveId" clId="{F0316F39-86B4-4C0E-9F13-967131A1CF52}" dt="2025-11-15T15:05:18.109" v="3275" actId="14100"/>
        <pc:sldMkLst>
          <pc:docMk/>
          <pc:sldMk cId="3798465653" sldId="276"/>
        </pc:sldMkLst>
        <pc:spChg chg="add mod">
          <ac:chgData name="sampath kumar Pujari" userId="8a26b55f15321775" providerId="LiveId" clId="{F0316F39-86B4-4C0E-9F13-967131A1CF52}" dt="2025-11-15T15:05:18.109" v="3275" actId="14100"/>
          <ac:spMkLst>
            <pc:docMk/>
            <pc:sldMk cId="3798465653" sldId="276"/>
            <ac:spMk id="2" creationId="{56D80675-DF8A-D883-BF23-FCED22F45EE9}"/>
          </ac:spMkLst>
        </pc:spChg>
        <pc:picChg chg="add mod">
          <ac:chgData name="sampath kumar Pujari" userId="8a26b55f15321775" providerId="LiveId" clId="{F0316F39-86B4-4C0E-9F13-967131A1CF52}" dt="2025-11-15T10:45:11.205" v="2231" actId="14100"/>
          <ac:picMkLst>
            <pc:docMk/>
            <pc:sldMk cId="3798465653" sldId="276"/>
            <ac:picMk id="5" creationId="{A4E08007-84CC-546A-5741-540B9CBE1542}"/>
          </ac:picMkLst>
        </pc:picChg>
      </pc:sldChg>
      <pc:sldChg chg="addSp delSp modSp new mod">
        <pc:chgData name="sampath kumar Pujari" userId="8a26b55f15321775" providerId="LiveId" clId="{F0316F39-86B4-4C0E-9F13-967131A1CF52}" dt="2025-11-15T15:05:50.046" v="3277" actId="255"/>
        <pc:sldMkLst>
          <pc:docMk/>
          <pc:sldMk cId="90286831" sldId="277"/>
        </pc:sldMkLst>
        <pc:spChg chg="add mod">
          <ac:chgData name="sampath kumar Pujari" userId="8a26b55f15321775" providerId="LiveId" clId="{F0316F39-86B4-4C0E-9F13-967131A1CF52}" dt="2025-11-15T15:05:50.046" v="3277" actId="255"/>
          <ac:spMkLst>
            <pc:docMk/>
            <pc:sldMk cId="90286831" sldId="277"/>
            <ac:spMk id="8" creationId="{6EEBE5CD-73BB-BA47-B996-8BC578B7300D}"/>
          </ac:spMkLst>
        </pc:spChg>
        <pc:picChg chg="add mod">
          <ac:chgData name="sampath kumar Pujari" userId="8a26b55f15321775" providerId="LiveId" clId="{F0316F39-86B4-4C0E-9F13-967131A1CF52}" dt="2025-11-15T10:10:16.424" v="2069" actId="14100"/>
          <ac:picMkLst>
            <pc:docMk/>
            <pc:sldMk cId="90286831" sldId="277"/>
            <ac:picMk id="7" creationId="{B91F1DA8-F8E4-957B-857E-D31D672C4962}"/>
          </ac:picMkLst>
        </pc:picChg>
      </pc:sldChg>
      <pc:sldChg chg="modSp new mod">
        <pc:chgData name="sampath kumar Pujari" userId="8a26b55f15321775" providerId="LiveId" clId="{F0316F39-86B4-4C0E-9F13-967131A1CF52}" dt="2025-11-15T15:06:33.198" v="3279" actId="255"/>
        <pc:sldMkLst>
          <pc:docMk/>
          <pc:sldMk cId="1435894592" sldId="278"/>
        </pc:sldMkLst>
        <pc:spChg chg="mod">
          <ac:chgData name="sampath kumar Pujari" userId="8a26b55f15321775" providerId="LiveId" clId="{F0316F39-86B4-4C0E-9F13-967131A1CF52}" dt="2025-11-15T15:06:25.626" v="3278" actId="255"/>
          <ac:spMkLst>
            <pc:docMk/>
            <pc:sldMk cId="1435894592" sldId="278"/>
            <ac:spMk id="2" creationId="{E401BEA8-AFC4-5185-BD3E-5796C04C165C}"/>
          </ac:spMkLst>
        </pc:spChg>
        <pc:spChg chg="mod">
          <ac:chgData name="sampath kumar Pujari" userId="8a26b55f15321775" providerId="LiveId" clId="{F0316F39-86B4-4C0E-9F13-967131A1CF52}" dt="2025-11-15T15:06:33.198" v="3279" actId="255"/>
          <ac:spMkLst>
            <pc:docMk/>
            <pc:sldMk cId="1435894592" sldId="278"/>
            <ac:spMk id="3" creationId="{117DD0DF-CAF3-157B-E18F-BE65E9D73ECB}"/>
          </ac:spMkLst>
        </pc:spChg>
      </pc:sldChg>
      <pc:sldChg chg="modSp new mod">
        <pc:chgData name="sampath kumar Pujari" userId="8a26b55f15321775" providerId="LiveId" clId="{F0316F39-86B4-4C0E-9F13-967131A1CF52}" dt="2025-11-15T15:06:52.734" v="3281" actId="255"/>
        <pc:sldMkLst>
          <pc:docMk/>
          <pc:sldMk cId="1728311556" sldId="279"/>
        </pc:sldMkLst>
        <pc:spChg chg="mod">
          <ac:chgData name="sampath kumar Pujari" userId="8a26b55f15321775" providerId="LiveId" clId="{F0316F39-86B4-4C0E-9F13-967131A1CF52}" dt="2025-11-15T15:06:52.734" v="3281" actId="255"/>
          <ac:spMkLst>
            <pc:docMk/>
            <pc:sldMk cId="1728311556" sldId="279"/>
            <ac:spMk id="2" creationId="{7E2B1E1F-F686-A265-9792-E2EE00446873}"/>
          </ac:spMkLst>
        </pc:spChg>
        <pc:spChg chg="mod">
          <ac:chgData name="sampath kumar Pujari" userId="8a26b55f15321775" providerId="LiveId" clId="{F0316F39-86B4-4C0E-9F13-967131A1CF52}" dt="2025-11-15T15:06:47.779" v="3280" actId="255"/>
          <ac:spMkLst>
            <pc:docMk/>
            <pc:sldMk cId="1728311556" sldId="279"/>
            <ac:spMk id="3" creationId="{F6C24AAE-3BEA-CF7A-DF26-0122B610F3D7}"/>
          </ac:spMkLst>
        </pc:spChg>
      </pc:sldChg>
      <pc:sldChg chg="modSp new mod">
        <pc:chgData name="sampath kumar Pujari" userId="8a26b55f15321775" providerId="LiveId" clId="{F0316F39-86B4-4C0E-9F13-967131A1CF52}" dt="2025-11-15T15:07:16.774" v="3284" actId="255"/>
        <pc:sldMkLst>
          <pc:docMk/>
          <pc:sldMk cId="753771297" sldId="280"/>
        </pc:sldMkLst>
        <pc:spChg chg="mod">
          <ac:chgData name="sampath kumar Pujari" userId="8a26b55f15321775" providerId="LiveId" clId="{F0316F39-86B4-4C0E-9F13-967131A1CF52}" dt="2025-11-15T15:07:16.774" v="3284" actId="255"/>
          <ac:spMkLst>
            <pc:docMk/>
            <pc:sldMk cId="753771297" sldId="280"/>
            <ac:spMk id="2" creationId="{A1512099-C46B-8D4B-427F-58E99A167D12}"/>
          </ac:spMkLst>
        </pc:spChg>
        <pc:spChg chg="mod">
          <ac:chgData name="sampath kumar Pujari" userId="8a26b55f15321775" providerId="LiveId" clId="{F0316F39-86B4-4C0E-9F13-967131A1CF52}" dt="2025-11-15T15:07:10.594" v="3283" actId="255"/>
          <ac:spMkLst>
            <pc:docMk/>
            <pc:sldMk cId="753771297" sldId="280"/>
            <ac:spMk id="3" creationId="{CB8737C9-1C29-1070-C3FE-92E4295A497C}"/>
          </ac:spMkLst>
        </pc:spChg>
      </pc:sldChg>
      <pc:sldChg chg="addSp delSp modSp new mod">
        <pc:chgData name="sampath kumar Pujari" userId="8a26b55f15321775" providerId="LiveId" clId="{F0316F39-86B4-4C0E-9F13-967131A1CF52}" dt="2025-11-19T10:14:41.825" v="3472" actId="2711"/>
        <pc:sldMkLst>
          <pc:docMk/>
          <pc:sldMk cId="1496565807" sldId="281"/>
        </pc:sldMkLst>
        <pc:spChg chg="mod">
          <ac:chgData name="sampath kumar Pujari" userId="8a26b55f15321775" providerId="LiveId" clId="{F0316F39-86B4-4C0E-9F13-967131A1CF52}" dt="2025-11-19T10:11:04.157" v="3430" actId="1076"/>
          <ac:spMkLst>
            <pc:docMk/>
            <pc:sldMk cId="1496565807" sldId="281"/>
            <ac:spMk id="2" creationId="{20B252D2-140C-6A46-B7B8-41561F2DCE88}"/>
          </ac:spMkLst>
        </pc:spChg>
        <pc:spChg chg="del mod">
          <ac:chgData name="sampath kumar Pujari" userId="8a26b55f15321775" providerId="LiveId" clId="{F0316F39-86B4-4C0E-9F13-967131A1CF52}" dt="2025-11-19T10:11:33.035" v="3435"/>
          <ac:spMkLst>
            <pc:docMk/>
            <pc:sldMk cId="1496565807" sldId="281"/>
            <ac:spMk id="3" creationId="{D1D3681E-1B37-81AF-344A-AD38D03D0359}"/>
          </ac:spMkLst>
        </pc:spChg>
        <pc:spChg chg="add mod">
          <ac:chgData name="sampath kumar Pujari" userId="8a26b55f15321775" providerId="LiveId" clId="{F0316F39-86B4-4C0E-9F13-967131A1CF52}" dt="2025-11-19T10:14:41.825" v="3472" actId="2711"/>
          <ac:spMkLst>
            <pc:docMk/>
            <pc:sldMk cId="1496565807" sldId="281"/>
            <ac:spMk id="4" creationId="{C75CCB4B-FC30-1D40-C506-B06DAD67D4D2}"/>
          </ac:spMkLst>
        </pc:spChg>
        <pc:spChg chg="add">
          <ac:chgData name="sampath kumar Pujari" userId="8a26b55f15321775" providerId="LiveId" clId="{F0316F39-86B4-4C0E-9F13-967131A1CF52}" dt="2025-11-19T10:13:11.679" v="3461"/>
          <ac:spMkLst>
            <pc:docMk/>
            <pc:sldMk cId="1496565807" sldId="281"/>
            <ac:spMk id="5" creationId="{B33B40BB-5C66-E699-2233-32C6972544EF}"/>
          </ac:spMkLst>
        </pc:spChg>
      </pc:sldChg>
      <pc:sldChg chg="addSp delSp modSp new del mod">
        <pc:chgData name="sampath kumar Pujari" userId="8a26b55f15321775" providerId="LiveId" clId="{F0316F39-86B4-4C0E-9F13-967131A1CF52}" dt="2025-11-19T10:10:04.739" v="3406" actId="2696"/>
        <pc:sldMkLst>
          <pc:docMk/>
          <pc:sldMk cId="2120295098" sldId="281"/>
        </pc:sldMkLst>
        <pc:spChg chg="del mod">
          <ac:chgData name="sampath kumar Pujari" userId="8a26b55f15321775" providerId="LiveId" clId="{F0316F39-86B4-4C0E-9F13-967131A1CF52}" dt="2025-11-19T09:59:26.813" v="3332"/>
          <ac:spMkLst>
            <pc:docMk/>
            <pc:sldMk cId="2120295098" sldId="281"/>
            <ac:spMk id="3" creationId="{F1FC12A0-F864-7284-C96B-035C15D5DEFC}"/>
          </ac:spMkLst>
        </pc:spChg>
        <pc:spChg chg="add mod">
          <ac:chgData name="sampath kumar Pujari" userId="8a26b55f15321775" providerId="LiveId" clId="{F0316F39-86B4-4C0E-9F13-967131A1CF52}" dt="2025-11-19T10:09:40.554" v="3405" actId="20577"/>
          <ac:spMkLst>
            <pc:docMk/>
            <pc:sldMk cId="2120295098" sldId="281"/>
            <ac:spMk id="4" creationId="{86DA1577-208F-80DD-1988-4594CA5DF15D}"/>
          </ac:spMkLst>
        </pc:spChg>
        <pc:spChg chg="add">
          <ac:chgData name="sampath kumar Pujari" userId="8a26b55f15321775" providerId="LiveId" clId="{F0316F39-86B4-4C0E-9F13-967131A1CF52}" dt="2025-11-19T10:01:17.856" v="3362"/>
          <ac:spMkLst>
            <pc:docMk/>
            <pc:sldMk cId="2120295098" sldId="281"/>
            <ac:spMk id="5" creationId="{BFC56C54-A6D9-A1E6-9712-7658FB3527C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flipkart.com" TargetMode="External"/><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592" y="0"/>
            <a:ext cx="12190815" cy="6253316"/>
          </a:xfrm>
          <a:prstGeom prst="rect">
            <a:avLst/>
          </a:prstGeom>
          <a:noFill/>
          <a:ln>
            <a:noFill/>
          </a:ln>
        </p:spPr>
      </p:pic>
      <p:sp>
        <p:nvSpPr>
          <p:cNvPr id="99" name="Google Shape;99;p1"/>
          <p:cNvSpPr txBox="1"/>
          <p:nvPr/>
        </p:nvSpPr>
        <p:spPr>
          <a:xfrm>
            <a:off x="0" y="2930013"/>
            <a:ext cx="12190815" cy="1477287"/>
          </a:xfrm>
          <a:prstGeom prst="rect">
            <a:avLst/>
          </a:prstGeom>
          <a:noFill/>
          <a:ln>
            <a:noFill/>
          </a:ln>
        </p:spPr>
        <p:txBody>
          <a:bodyPr spcFirstLastPara="1" wrap="square" lIns="91425" tIns="45700" rIns="91425" bIns="45700" anchor="t" anchorCtr="0">
            <a:spAutoFit/>
          </a:bodyPr>
          <a:lstStyle/>
          <a:p>
            <a:pPr lvl="0" algn="ctr"/>
            <a:br>
              <a:rPr lang="en-IN" sz="1800" b="0" i="0" u="none" strike="noStrike" cap="none" dirty="0">
                <a:solidFill>
                  <a:schemeClr val="dk1"/>
                </a:solidFill>
                <a:latin typeface="Aptos" panose="020B0004020202020204" pitchFamily="34" charset="0"/>
                <a:ea typeface="Calibri"/>
                <a:cs typeface="Calibri"/>
                <a:sym typeface="Calibri"/>
              </a:rPr>
            </a:br>
            <a:r>
              <a:rPr lang="en-US" sz="3600" b="1" dirty="0">
                <a:solidFill>
                  <a:schemeClr val="tx1">
                    <a:lumMod val="95000"/>
                    <a:lumOff val="5000"/>
                  </a:schemeClr>
                </a:solidFill>
                <a:latin typeface="Futura"/>
                <a:ea typeface="Calibri"/>
                <a:cs typeface="Calibri"/>
                <a:sym typeface="Calibri"/>
              </a:rPr>
              <a:t>Price Determinants of Tablets in the Indian Market: </a:t>
            </a:r>
          </a:p>
          <a:p>
            <a:pPr lvl="0" algn="ctr"/>
            <a:r>
              <a:rPr lang="en-US" sz="3600" b="1" dirty="0">
                <a:solidFill>
                  <a:schemeClr val="tx1">
                    <a:lumMod val="95000"/>
                    <a:lumOff val="5000"/>
                  </a:schemeClr>
                </a:solidFill>
                <a:latin typeface="Futura"/>
                <a:ea typeface="Calibri"/>
                <a:cs typeface="Calibri"/>
                <a:sym typeface="Calibri"/>
              </a:rPr>
              <a:t>A Web Scraping and EDA Project</a:t>
            </a:r>
            <a:endParaRPr sz="3600" b="1" dirty="0">
              <a:solidFill>
                <a:schemeClr val="tx1">
                  <a:lumMod val="95000"/>
                  <a:lumOff val="5000"/>
                </a:schemeClr>
              </a:solidFill>
              <a:latin typeface="Futura"/>
            </a:endParaRPr>
          </a:p>
        </p:txBody>
      </p:sp>
      <p:pic>
        <p:nvPicPr>
          <p:cNvPr id="3074" name="Picture 2" descr="TCL NXTPAPER 14 | Full-color Electronic Paper Display Tablet | TCL Europe">
            <a:extLst>
              <a:ext uri="{FF2B5EF4-FFF2-40B4-BE49-F238E27FC236}">
                <a16:creationId xmlns:a16="http://schemas.microsoft.com/office/drawing/2014/main" id="{65B78CB1-F46B-6B25-1DDD-81DD355A0D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14800" y="4407300"/>
            <a:ext cx="2316480" cy="227076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BBD61-2C35-96CA-84B0-A20A02FE1D7E}"/>
              </a:ext>
            </a:extLst>
          </p:cNvPr>
          <p:cNvSpPr>
            <a:spLocks noGrp="1"/>
          </p:cNvSpPr>
          <p:nvPr>
            <p:ph type="title"/>
          </p:nvPr>
        </p:nvSpPr>
        <p:spPr>
          <a:xfrm>
            <a:off x="838200" y="89822"/>
            <a:ext cx="10515600" cy="854075"/>
          </a:xfrm>
        </p:spPr>
        <p:txBody>
          <a:bodyPr>
            <a:normAutofit/>
          </a:bodyPr>
          <a:lstStyle/>
          <a:p>
            <a:pPr algn="ctr"/>
            <a:r>
              <a:rPr lang="en-IN" sz="3600" dirty="0">
                <a:solidFill>
                  <a:srgbClr val="FF0000"/>
                </a:solidFill>
                <a:latin typeface="Arial Rounded MT Bold" panose="020F0704030504030204" pitchFamily="34" charset="0"/>
              </a:rPr>
              <a:t>Agenda</a:t>
            </a:r>
          </a:p>
        </p:txBody>
      </p:sp>
      <p:sp>
        <p:nvSpPr>
          <p:cNvPr id="3" name="Text Placeholder 2">
            <a:extLst>
              <a:ext uri="{FF2B5EF4-FFF2-40B4-BE49-F238E27FC236}">
                <a16:creationId xmlns:a16="http://schemas.microsoft.com/office/drawing/2014/main" id="{FF0DC92E-BF2E-CC1D-9D1C-DB897F6800EF}"/>
              </a:ext>
            </a:extLst>
          </p:cNvPr>
          <p:cNvSpPr>
            <a:spLocks noGrp="1"/>
          </p:cNvSpPr>
          <p:nvPr>
            <p:ph type="body" idx="1"/>
          </p:nvPr>
        </p:nvSpPr>
        <p:spPr>
          <a:xfrm>
            <a:off x="838200" y="943896"/>
            <a:ext cx="10515600" cy="5289755"/>
          </a:xfrm>
        </p:spPr>
        <p:txBody>
          <a:bodyPr>
            <a:normAutofit/>
          </a:bodyPr>
          <a:lstStyle/>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Problem statement</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Objectives of Project</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Web scraping workflow</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Data overview</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Data cleaning steps</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Univariate Analysis </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Bivariate Analysis</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Business Questions and Insights</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Conclusion</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Recommendations</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Challenges Faced </a:t>
            </a:r>
          </a:p>
          <a:p>
            <a:pPr>
              <a:buFont typeface="Wingdings" panose="05000000000000000000" pitchFamily="2" charset="2"/>
              <a:buChar char="Ø"/>
            </a:pP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93359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A8FBF0-A060-C65C-6D19-F83CD88B97E1}"/>
              </a:ext>
            </a:extLst>
          </p:cNvPr>
          <p:cNvSpPr>
            <a:spLocks noGrp="1"/>
          </p:cNvSpPr>
          <p:nvPr>
            <p:ph type="title"/>
          </p:nvPr>
        </p:nvSpPr>
        <p:spPr>
          <a:xfrm>
            <a:off x="838200" y="688924"/>
            <a:ext cx="10515600" cy="972061"/>
          </a:xfrm>
        </p:spPr>
        <p:txBody>
          <a:bodyPr>
            <a:normAutofit fontScale="90000"/>
          </a:bodyPr>
          <a:lstStyle/>
          <a:p>
            <a:pPr algn="ctr"/>
            <a:r>
              <a:rPr lang="en-IN" sz="4000" b="1" dirty="0">
                <a:solidFill>
                  <a:srgbClr val="FF0000"/>
                </a:solidFill>
                <a:latin typeface="Arial Rounded MT Bold" panose="020F0704030504030204" pitchFamily="34" charset="0"/>
                <a:cs typeface="Times New Roman" panose="02020603050405020304" pitchFamily="18" charset="0"/>
              </a:rPr>
              <a:t>Problem statement</a:t>
            </a:r>
            <a:br>
              <a:rPr lang="en-IN" sz="3600" b="1" dirty="0">
                <a:latin typeface="Times New Roman" panose="02020603050405020304" pitchFamily="18" charset="0"/>
                <a:cs typeface="Times New Roman" panose="02020603050405020304" pitchFamily="18" charset="0"/>
              </a:rPr>
            </a:b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B11401BE-3443-66A9-225E-C4C82323EBF5}"/>
              </a:ext>
            </a:extLst>
          </p:cNvPr>
          <p:cNvSpPr>
            <a:spLocks noGrp="1"/>
          </p:cNvSpPr>
          <p:nvPr>
            <p:ph type="body" idx="1"/>
          </p:nvPr>
        </p:nvSpPr>
        <p:spPr>
          <a:xfrm>
            <a:off x="985684" y="1403554"/>
            <a:ext cx="10515600" cy="4050891"/>
          </a:xfrm>
        </p:spPr>
        <p:txBody>
          <a:bodyPr>
            <a:normAutofit lnSpcReduction="10000"/>
          </a:bodyPr>
          <a:lstStyle/>
          <a:p>
            <a:pPr marL="114300" indent="0" algn="just">
              <a:lnSpc>
                <a:spcPct val="100000"/>
              </a:lnSpc>
              <a:buNone/>
            </a:pPr>
            <a:r>
              <a:rPr lang="en-US" sz="2200" dirty="0">
                <a:latin typeface="Times New Roman" panose="02020603050405020304" pitchFamily="18" charset="0"/>
                <a:cs typeface="Times New Roman" panose="02020603050405020304" pitchFamily="18" charset="0"/>
              </a:rPr>
              <a:t>Consumers often find it difficult to compare tablet prices because product specifications and pricing details vary widely across brands and online platforms. The dataset, collected through web scraping, includes key attributes such as brand, RAM, ROM, battery capacity, display size, camera details, connectivity type, ratings, and price. The challenge is to analyze this data to:</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Understand how specifications influence tablet pricing.</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Compare brands based on performance features, build quality indicators, and price ranges.</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Identify value-for-money tablets by balancing cost, features, and brand positioning.</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Provide insights that help  consumers to make informed pricing and purchasing decisions.</a:t>
            </a:r>
          </a:p>
          <a:p>
            <a:pPr marL="114300" indent="0">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19778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93AF03-0F80-E1B4-FD77-D3D80F8A6CEA}"/>
              </a:ext>
            </a:extLst>
          </p:cNvPr>
          <p:cNvSpPr>
            <a:spLocks noGrp="1"/>
          </p:cNvSpPr>
          <p:nvPr>
            <p:ph type="title"/>
          </p:nvPr>
        </p:nvSpPr>
        <p:spPr>
          <a:xfrm>
            <a:off x="838200" y="427702"/>
            <a:ext cx="10515599" cy="432620"/>
          </a:xfrm>
        </p:spPr>
        <p:txBody>
          <a:bodyPr>
            <a:normAutofit fontScale="90000"/>
          </a:bodyPr>
          <a:lstStyle/>
          <a:p>
            <a:pPr algn="ctr"/>
            <a:r>
              <a:rPr lang="en-IN" sz="4000" b="1" dirty="0">
                <a:solidFill>
                  <a:srgbClr val="FF0000"/>
                </a:solidFill>
                <a:latin typeface="Arial Rounded MT Bold" panose="020F0704030504030204" pitchFamily="34" charset="0"/>
                <a:cs typeface="Times New Roman" panose="02020603050405020304" pitchFamily="18" charset="0"/>
              </a:rPr>
              <a:t>Objectives of Project</a:t>
            </a:r>
            <a:br>
              <a:rPr lang="en-IN" sz="3600" b="1" dirty="0">
                <a:latin typeface="Times New Roman" panose="02020603050405020304" pitchFamily="18" charset="0"/>
                <a:cs typeface="Times New Roman" panose="02020603050405020304" pitchFamily="18" charset="0"/>
              </a:rPr>
            </a:br>
            <a:endParaRPr lang="en-IN" sz="3600" dirty="0"/>
          </a:p>
        </p:txBody>
      </p:sp>
      <p:sp>
        <p:nvSpPr>
          <p:cNvPr id="3" name="Text Placeholder 2">
            <a:extLst>
              <a:ext uri="{FF2B5EF4-FFF2-40B4-BE49-F238E27FC236}">
                <a16:creationId xmlns:a16="http://schemas.microsoft.com/office/drawing/2014/main" id="{FC4C6ED4-F506-8596-570E-21FD8BE2A4C5}"/>
              </a:ext>
            </a:extLst>
          </p:cNvPr>
          <p:cNvSpPr>
            <a:spLocks noGrp="1"/>
          </p:cNvSpPr>
          <p:nvPr>
            <p:ph type="body" idx="1"/>
          </p:nvPr>
        </p:nvSpPr>
        <p:spPr>
          <a:xfrm>
            <a:off x="838200" y="860322"/>
            <a:ext cx="10931012" cy="5279922"/>
          </a:xfrm>
        </p:spPr>
        <p:txBody>
          <a:bodyPr>
            <a:noAutofit/>
          </a:bodyPr>
          <a:lstStyle/>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Help consumers choose the right tablet based on budget, performance features, brand reputation, and specifications such as RAM, ROM, and display size.</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Identify </a:t>
            </a:r>
            <a:r>
              <a:rPr lang="en-US" sz="2200" b="1" dirty="0">
                <a:latin typeface="Times New Roman" panose="02020603050405020304" pitchFamily="18" charset="0"/>
                <a:cs typeface="Times New Roman" panose="02020603050405020304" pitchFamily="18" charset="0"/>
              </a:rPr>
              <a:t>trends</a:t>
            </a:r>
            <a:r>
              <a:rPr lang="en-US" sz="2200" dirty="0">
                <a:latin typeface="Times New Roman" panose="02020603050405020304" pitchFamily="18" charset="0"/>
                <a:cs typeface="Times New Roman" panose="02020603050405020304" pitchFamily="18" charset="0"/>
              </a:rPr>
              <a:t> in brand-wise pricing, feature distribution, and the overall positioning of tablets in the Indian market.</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Examine how </a:t>
            </a:r>
            <a:r>
              <a:rPr lang="en-IN" sz="2200" dirty="0">
                <a:latin typeface="Times New Roman" panose="02020603050405020304" pitchFamily="18" charset="0"/>
                <a:cs typeface="Times New Roman" panose="02020603050405020304" pitchFamily="18" charset="0"/>
              </a:rPr>
              <a:t>specifications </a:t>
            </a:r>
            <a:r>
              <a:rPr lang="en-US" sz="2200" dirty="0">
                <a:latin typeface="Times New Roman" panose="02020603050405020304" pitchFamily="18" charset="0"/>
                <a:cs typeface="Times New Roman" panose="02020603050405020304" pitchFamily="18" charset="0"/>
              </a:rPr>
              <a:t>(RAM, ROM, battery capacity, display size, cameras, connectivity) influence minimum, maximum, and average prices.</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Correlate specifications, brand category, and customer ratings to determine which tablets offer the best balance between price and performance.</a:t>
            </a:r>
          </a:p>
          <a:p>
            <a:pPr algn="just">
              <a:lnSpc>
                <a:spcPct val="10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 Detect patterns such as premium pricing clusters, budget segments, and spec combinations commonly used by brands to differentiate their products.</a:t>
            </a:r>
          </a:p>
          <a:p>
            <a:pPr marL="114300" indent="0">
              <a:buNone/>
            </a:pPr>
            <a:endParaRPr lang="en-IN" sz="2400" dirty="0"/>
          </a:p>
        </p:txBody>
      </p:sp>
    </p:spTree>
    <p:extLst>
      <p:ext uri="{BB962C8B-B14F-4D97-AF65-F5344CB8AC3E}">
        <p14:creationId xmlns:p14="http://schemas.microsoft.com/office/powerpoint/2010/main" val="2048828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AADF2-3FE4-1BC8-679A-ACF0D39E38CC}"/>
              </a:ext>
            </a:extLst>
          </p:cNvPr>
          <p:cNvSpPr>
            <a:spLocks noGrp="1"/>
          </p:cNvSpPr>
          <p:nvPr>
            <p:ph type="title"/>
          </p:nvPr>
        </p:nvSpPr>
        <p:spPr>
          <a:xfrm>
            <a:off x="838199" y="171499"/>
            <a:ext cx="10515600" cy="621737"/>
          </a:xfrm>
        </p:spPr>
        <p:txBody>
          <a:bodyPr>
            <a:normAutofit fontScale="90000"/>
          </a:bodyPr>
          <a:lstStyle/>
          <a:p>
            <a:pPr algn="ctr"/>
            <a:r>
              <a:rPr lang="en-IN" sz="3600" b="1" dirty="0">
                <a:solidFill>
                  <a:srgbClr val="FF0000"/>
                </a:solidFill>
                <a:latin typeface="Times New Roman" panose="02020603050405020304" pitchFamily="18" charset="0"/>
                <a:cs typeface="Times New Roman" panose="02020603050405020304" pitchFamily="18" charset="0"/>
              </a:rPr>
              <a:t>Web scraping workflow</a:t>
            </a:r>
            <a:br>
              <a:rPr lang="en-IN" sz="3600" b="1" dirty="0">
                <a:latin typeface="Times New Roman" panose="02020603050405020304" pitchFamily="18" charset="0"/>
                <a:cs typeface="Times New Roman" panose="02020603050405020304" pitchFamily="18" charset="0"/>
              </a:rPr>
            </a:b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135A32CC-06D1-3DDC-4035-3677C12B20E2}"/>
              </a:ext>
            </a:extLst>
          </p:cNvPr>
          <p:cNvSpPr>
            <a:spLocks noGrp="1"/>
          </p:cNvSpPr>
          <p:nvPr>
            <p:ph type="body" idx="1"/>
          </p:nvPr>
        </p:nvSpPr>
        <p:spPr>
          <a:xfrm>
            <a:off x="228599" y="482366"/>
            <a:ext cx="6644150" cy="6204135"/>
          </a:xfrm>
        </p:spPr>
        <p:txBody>
          <a:bodyPr>
            <a:noAutofit/>
          </a:bodyPr>
          <a:lstStyle/>
          <a:p>
            <a:pPr>
              <a:lnSpc>
                <a:spcPct val="11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Website scraped: </a:t>
            </a:r>
            <a:r>
              <a:rPr lang="en-IN" sz="2200" dirty="0">
                <a:latin typeface="Times New Roman" panose="02020603050405020304" pitchFamily="18" charset="0"/>
                <a:cs typeface="Times New Roman" panose="02020603050405020304" pitchFamily="18" charset="0"/>
                <a:hlinkClick r:id="rId2"/>
              </a:rPr>
              <a:t>flipkart.com</a:t>
            </a:r>
            <a:endParaRPr lang="en-IN" sz="2200" dirty="0">
              <a:latin typeface="Times New Roman" panose="02020603050405020304" pitchFamily="18" charset="0"/>
              <a:cs typeface="Times New Roman" panose="02020603050405020304" pitchFamily="18" charset="0"/>
            </a:endParaRPr>
          </a:p>
          <a:p>
            <a:pPr>
              <a:lnSpc>
                <a:spcPct val="11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Pages scraped : 40</a:t>
            </a:r>
          </a:p>
          <a:p>
            <a:pPr>
              <a:lnSpc>
                <a:spcPct val="110000"/>
              </a:lnSpc>
              <a:buFont typeface="Wingdings" panose="05000000000000000000" pitchFamily="2" charset="2"/>
              <a:buChar char="Ø"/>
            </a:pPr>
            <a:r>
              <a:rPr lang="en-IN" sz="2200" dirty="0">
                <a:latin typeface="Times New Roman" panose="02020603050405020304" pitchFamily="18" charset="0"/>
                <a:cs typeface="Times New Roman" panose="02020603050405020304" pitchFamily="18" charset="0"/>
              </a:rPr>
              <a:t>Steps followed for  Data Extraction:</a:t>
            </a:r>
          </a:p>
          <a:p>
            <a:pPr>
              <a:lnSpc>
                <a:spcPct val="11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Scraped tablet listings across multiple Flipkart pages.</a:t>
            </a:r>
          </a:p>
          <a:p>
            <a:pPr>
              <a:lnSpc>
                <a:spcPct val="11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Extracted key attributes: Brand, Model, RAM, ROM, Display, Battery, Cameras, Connectivity, Ratings, Reviews, Price. </a:t>
            </a:r>
          </a:p>
          <a:p>
            <a:pPr>
              <a:lnSpc>
                <a:spcPct val="110000"/>
              </a:lnSpc>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Converted the data into a pandas </a:t>
            </a:r>
            <a:r>
              <a:rPr lang="en-US" sz="2200" dirty="0" err="1">
                <a:latin typeface="Times New Roman" panose="02020603050405020304" pitchFamily="18" charset="0"/>
                <a:cs typeface="Times New Roman" panose="02020603050405020304" pitchFamily="18" charset="0"/>
              </a:rPr>
              <a:t>DataFrame</a:t>
            </a:r>
            <a:r>
              <a:rPr lang="en-US" sz="2200" dirty="0">
                <a:latin typeface="Times New Roman" panose="02020603050405020304" pitchFamily="18" charset="0"/>
                <a:cs typeface="Times New Roman" panose="02020603050405020304" pitchFamily="18" charset="0"/>
              </a:rPr>
              <a:t> and exported it to CSV.</a:t>
            </a:r>
          </a:p>
          <a:p>
            <a:pPr>
              <a:lnSpc>
                <a:spcPct val="11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Tools used: Python, </a:t>
            </a:r>
            <a:r>
              <a:rPr lang="en-US" sz="2200" dirty="0" err="1">
                <a:latin typeface="Times New Roman" panose="02020603050405020304" pitchFamily="18" charset="0"/>
                <a:cs typeface="Times New Roman" panose="02020603050405020304" pitchFamily="18" charset="0"/>
              </a:rPr>
              <a:t>requests,Regex</a:t>
            </a:r>
            <a:r>
              <a:rPr lang="en-US" sz="2200" dirty="0">
                <a:latin typeface="Times New Roman" panose="02020603050405020304" pitchFamily="18" charset="0"/>
                <a:cs typeface="Times New Roman" panose="02020603050405020304" pitchFamily="18" charset="0"/>
              </a:rPr>
              <a:t> Expression, </a:t>
            </a:r>
            <a:r>
              <a:rPr lang="en-US" sz="2200" dirty="0" err="1">
                <a:latin typeface="Times New Roman" panose="02020603050405020304" pitchFamily="18" charset="0"/>
                <a:cs typeface="Times New Roman" panose="02020603050405020304" pitchFamily="18" charset="0"/>
              </a:rPr>
              <a:t>BeautifulSoup,Pandas</a:t>
            </a:r>
            <a:r>
              <a:rPr lang="en-US" sz="2200" dirty="0">
                <a:latin typeface="Times New Roman" panose="02020603050405020304" pitchFamily="18" charset="0"/>
                <a:cs typeface="Times New Roman" panose="02020603050405020304" pitchFamily="18" charset="0"/>
              </a:rPr>
              <a:t>.</a:t>
            </a:r>
          </a:p>
          <a:p>
            <a:pPr>
              <a:lnSpc>
                <a:spcPct val="110000"/>
              </a:lnSpc>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Total rows scraped : 960</a:t>
            </a:r>
            <a:endParaRPr lang="en-IN" sz="2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078C522E-9D9C-F23F-30C9-1632DEEA793F}"/>
              </a:ext>
            </a:extLst>
          </p:cNvPr>
          <p:cNvPicPr>
            <a:picLocks noChangeAspect="1"/>
          </p:cNvPicPr>
          <p:nvPr/>
        </p:nvPicPr>
        <p:blipFill>
          <a:blip r:embed="rId3"/>
          <a:stretch>
            <a:fillRect/>
          </a:stretch>
        </p:blipFill>
        <p:spPr>
          <a:xfrm>
            <a:off x="6951405" y="482366"/>
            <a:ext cx="5240595" cy="2662085"/>
          </a:xfrm>
          <a:prstGeom prst="rect">
            <a:avLst/>
          </a:prstGeom>
        </p:spPr>
      </p:pic>
      <p:pic>
        <p:nvPicPr>
          <p:cNvPr id="7" name="Picture 6">
            <a:extLst>
              <a:ext uri="{FF2B5EF4-FFF2-40B4-BE49-F238E27FC236}">
                <a16:creationId xmlns:a16="http://schemas.microsoft.com/office/drawing/2014/main" id="{C0D6A2F9-04CC-6542-793B-7852171C8DCF}"/>
              </a:ext>
            </a:extLst>
          </p:cNvPr>
          <p:cNvPicPr>
            <a:picLocks noChangeAspect="1"/>
          </p:cNvPicPr>
          <p:nvPr/>
        </p:nvPicPr>
        <p:blipFill>
          <a:blip r:embed="rId4"/>
          <a:stretch>
            <a:fillRect/>
          </a:stretch>
        </p:blipFill>
        <p:spPr>
          <a:xfrm>
            <a:off x="6951405" y="3428999"/>
            <a:ext cx="5240595" cy="2662085"/>
          </a:xfrm>
          <a:prstGeom prst="rect">
            <a:avLst/>
          </a:prstGeom>
        </p:spPr>
      </p:pic>
    </p:spTree>
    <p:extLst>
      <p:ext uri="{BB962C8B-B14F-4D97-AF65-F5344CB8AC3E}">
        <p14:creationId xmlns:p14="http://schemas.microsoft.com/office/powerpoint/2010/main" val="42595728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2E718-1826-4858-5E25-FF9F05C28839}"/>
              </a:ext>
            </a:extLst>
          </p:cNvPr>
          <p:cNvSpPr>
            <a:spLocks noGrp="1"/>
          </p:cNvSpPr>
          <p:nvPr>
            <p:ph type="title"/>
          </p:nvPr>
        </p:nvSpPr>
        <p:spPr>
          <a:xfrm>
            <a:off x="838200" y="0"/>
            <a:ext cx="10515600" cy="609601"/>
          </a:xfrm>
        </p:spPr>
        <p:txBody>
          <a:bodyPr>
            <a:normAutofit/>
          </a:bodyPr>
          <a:lstStyle/>
          <a:p>
            <a:pPr algn="ctr"/>
            <a:r>
              <a:rPr lang="en-IN" sz="3600" dirty="0">
                <a:solidFill>
                  <a:srgbClr val="FF0000"/>
                </a:solidFill>
                <a:latin typeface="Arial Rounded MT Bold" panose="020F0704030504030204" pitchFamily="34" charset="0"/>
              </a:rPr>
              <a:t>Data Overview</a:t>
            </a:r>
          </a:p>
        </p:txBody>
      </p:sp>
      <p:sp>
        <p:nvSpPr>
          <p:cNvPr id="3" name="Text Placeholder 2">
            <a:extLst>
              <a:ext uri="{FF2B5EF4-FFF2-40B4-BE49-F238E27FC236}">
                <a16:creationId xmlns:a16="http://schemas.microsoft.com/office/drawing/2014/main" id="{C150B443-85BB-7F6A-C414-5A1A5F6B4A40}"/>
              </a:ext>
            </a:extLst>
          </p:cNvPr>
          <p:cNvSpPr>
            <a:spLocks noGrp="1"/>
          </p:cNvSpPr>
          <p:nvPr>
            <p:ph type="body" idx="1"/>
          </p:nvPr>
        </p:nvSpPr>
        <p:spPr>
          <a:xfrm>
            <a:off x="474406" y="540774"/>
            <a:ext cx="10980174" cy="5574891"/>
          </a:xfrm>
        </p:spPr>
        <p:txBody>
          <a:bodyPr>
            <a:noAutofit/>
          </a:bodyPr>
          <a:lstStyle/>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The dataset contains </a:t>
            </a:r>
            <a:r>
              <a:rPr lang="en-US" sz="2200" b="1" dirty="0">
                <a:latin typeface="Times New Roman" panose="02020603050405020304" pitchFamily="18" charset="0"/>
                <a:cs typeface="Times New Roman" panose="02020603050405020304" pitchFamily="18" charset="0"/>
              </a:rPr>
              <a:t>960 tablet records</a:t>
            </a:r>
            <a:r>
              <a:rPr lang="en-US" sz="2200" dirty="0">
                <a:latin typeface="Times New Roman" panose="02020603050405020304" pitchFamily="18" charset="0"/>
                <a:cs typeface="Times New Roman" panose="02020603050405020304" pitchFamily="18" charset="0"/>
              </a:rPr>
              <a:t>, each described by </a:t>
            </a:r>
            <a:r>
              <a:rPr lang="en-US" sz="2200" b="1" dirty="0">
                <a:latin typeface="Times New Roman" panose="02020603050405020304" pitchFamily="18" charset="0"/>
                <a:cs typeface="Times New Roman" panose="02020603050405020304" pitchFamily="18" charset="0"/>
              </a:rPr>
              <a:t>17 columns</a:t>
            </a:r>
            <a:r>
              <a:rPr lang="en-US" sz="2200" dirty="0">
                <a:latin typeface="Times New Roman" panose="02020603050405020304" pitchFamily="18" charset="0"/>
                <a:cs typeface="Times New Roman" panose="02020603050405020304" pitchFamily="18" charset="0"/>
              </a:rPr>
              <a:t>. The columns and their contents are:</a:t>
            </a:r>
          </a:p>
          <a:p>
            <a:pPr algn="just"/>
            <a:r>
              <a:rPr lang="en-US" sz="2200" b="1" dirty="0">
                <a:latin typeface="Times New Roman" panose="02020603050405020304" pitchFamily="18" charset="0"/>
                <a:cs typeface="Times New Roman" panose="02020603050405020304" pitchFamily="18" charset="0"/>
              </a:rPr>
              <a:t>BRAND:</a:t>
            </a:r>
            <a:r>
              <a:rPr lang="en-US" sz="2200" dirty="0">
                <a:latin typeface="Times New Roman" panose="02020603050405020304" pitchFamily="18" charset="0"/>
                <a:cs typeface="Times New Roman" panose="02020603050405020304" pitchFamily="18" charset="0"/>
              </a:rPr>
              <a:t> Manufacturer of the tablet (e.g., Samsung, Lenovo, Apple).</a:t>
            </a:r>
          </a:p>
          <a:p>
            <a:pPr algn="just"/>
            <a:r>
              <a:rPr lang="en-US" sz="2200" b="1" dirty="0">
                <a:latin typeface="Times New Roman" panose="02020603050405020304" pitchFamily="18" charset="0"/>
                <a:cs typeface="Times New Roman" panose="02020603050405020304" pitchFamily="18" charset="0"/>
              </a:rPr>
              <a:t>MODEL:</a:t>
            </a:r>
            <a:r>
              <a:rPr lang="en-US" sz="2200" dirty="0">
                <a:latin typeface="Times New Roman" panose="02020603050405020304" pitchFamily="18" charset="0"/>
                <a:cs typeface="Times New Roman" panose="02020603050405020304" pitchFamily="18" charset="0"/>
              </a:rPr>
              <a:t> Model name or series of the tablet.</a:t>
            </a:r>
          </a:p>
          <a:p>
            <a:pPr algn="just"/>
            <a:r>
              <a:rPr lang="en-US" sz="2200" b="1" dirty="0">
                <a:latin typeface="Times New Roman" panose="02020603050405020304" pitchFamily="18" charset="0"/>
                <a:cs typeface="Times New Roman" panose="02020603050405020304" pitchFamily="18" charset="0"/>
              </a:rPr>
              <a:t>RAM(GB):</a:t>
            </a:r>
            <a:r>
              <a:rPr lang="en-US" sz="2200" dirty="0">
                <a:latin typeface="Times New Roman" panose="02020603050405020304" pitchFamily="18" charset="0"/>
                <a:cs typeface="Times New Roman" panose="02020603050405020304" pitchFamily="18" charset="0"/>
              </a:rPr>
              <a:t> Memory capacity used for device performance.</a:t>
            </a:r>
          </a:p>
          <a:p>
            <a:pPr algn="just"/>
            <a:r>
              <a:rPr lang="en-US" sz="2200" b="1" dirty="0">
                <a:latin typeface="Times New Roman" panose="02020603050405020304" pitchFamily="18" charset="0"/>
                <a:cs typeface="Times New Roman" panose="02020603050405020304" pitchFamily="18" charset="0"/>
              </a:rPr>
              <a:t>ROM(GB):</a:t>
            </a:r>
            <a:r>
              <a:rPr lang="en-US" sz="2200" dirty="0">
                <a:latin typeface="Times New Roman" panose="02020603050405020304" pitchFamily="18" charset="0"/>
                <a:cs typeface="Times New Roman" panose="02020603050405020304" pitchFamily="18" charset="0"/>
              </a:rPr>
              <a:t> Storage capacity available on the device.</a:t>
            </a:r>
          </a:p>
          <a:p>
            <a:pPr algn="just"/>
            <a:r>
              <a:rPr lang="en-US" sz="2200" b="1" dirty="0">
                <a:latin typeface="Times New Roman" panose="02020603050405020304" pitchFamily="18" charset="0"/>
                <a:cs typeface="Times New Roman" panose="02020603050405020304" pitchFamily="18" charset="0"/>
              </a:rPr>
              <a:t>DISPLAY_SIZE(inch):</a:t>
            </a:r>
            <a:r>
              <a:rPr lang="en-US" sz="2200" dirty="0">
                <a:latin typeface="Times New Roman" panose="02020603050405020304" pitchFamily="18" charset="0"/>
                <a:cs typeface="Times New Roman" panose="02020603050405020304" pitchFamily="18" charset="0"/>
              </a:rPr>
              <a:t> Screen size measured in inches.</a:t>
            </a:r>
          </a:p>
          <a:p>
            <a:pPr algn="just"/>
            <a:r>
              <a:rPr lang="en-US" sz="2200" b="1" dirty="0">
                <a:latin typeface="Times New Roman" panose="02020603050405020304" pitchFamily="18" charset="0"/>
                <a:cs typeface="Times New Roman" panose="02020603050405020304" pitchFamily="18" charset="0"/>
              </a:rPr>
              <a:t>CONNECTIVITY_TYPE:</a:t>
            </a:r>
            <a:r>
              <a:rPr lang="en-US" sz="2200" dirty="0">
                <a:latin typeface="Times New Roman" panose="02020603050405020304" pitchFamily="18" charset="0"/>
                <a:cs typeface="Times New Roman" panose="02020603050405020304" pitchFamily="18" charset="0"/>
              </a:rPr>
              <a:t> Network options (Wi-Fi only or Wi-Fi + SIM).</a:t>
            </a:r>
          </a:p>
          <a:p>
            <a:pPr algn="just"/>
            <a:r>
              <a:rPr lang="en-US" sz="2200" b="1" dirty="0">
                <a:latin typeface="Times New Roman" panose="02020603050405020304" pitchFamily="18" charset="0"/>
                <a:cs typeface="Times New Roman" panose="02020603050405020304" pitchFamily="18" charset="0"/>
              </a:rPr>
              <a:t>REAR_CAMERA(MP):</a:t>
            </a:r>
            <a:r>
              <a:rPr lang="en-US" sz="2200" dirty="0">
                <a:latin typeface="Times New Roman" panose="02020603050405020304" pitchFamily="18" charset="0"/>
                <a:cs typeface="Times New Roman" panose="02020603050405020304" pitchFamily="18" charset="0"/>
              </a:rPr>
              <a:t> Rear camera resolution in megapixels.</a:t>
            </a:r>
          </a:p>
          <a:p>
            <a:pPr algn="just"/>
            <a:r>
              <a:rPr lang="en-US" sz="2200" b="1" dirty="0">
                <a:latin typeface="Times New Roman" panose="02020603050405020304" pitchFamily="18" charset="0"/>
                <a:cs typeface="Times New Roman" panose="02020603050405020304" pitchFamily="18" charset="0"/>
              </a:rPr>
              <a:t>FRONT_CAMERA(MP):</a:t>
            </a:r>
            <a:r>
              <a:rPr lang="en-US" sz="2200" dirty="0">
                <a:latin typeface="Times New Roman" panose="02020603050405020304" pitchFamily="18" charset="0"/>
                <a:cs typeface="Times New Roman" panose="02020603050405020304" pitchFamily="18" charset="0"/>
              </a:rPr>
              <a:t> Front camera resolution in megapixels.</a:t>
            </a:r>
          </a:p>
          <a:p>
            <a:pPr algn="just"/>
            <a:r>
              <a:rPr lang="en-US" sz="2200" b="1" dirty="0">
                <a:latin typeface="Times New Roman" panose="02020603050405020304" pitchFamily="18" charset="0"/>
                <a:cs typeface="Times New Roman" panose="02020603050405020304" pitchFamily="18" charset="0"/>
              </a:rPr>
              <a:t>BATTERY(</a:t>
            </a:r>
            <a:r>
              <a:rPr lang="en-US" sz="2200" b="1" dirty="0" err="1">
                <a:latin typeface="Times New Roman" panose="02020603050405020304" pitchFamily="18" charset="0"/>
                <a:cs typeface="Times New Roman" panose="02020603050405020304" pitchFamily="18" charset="0"/>
              </a:rPr>
              <a:t>mAh</a:t>
            </a:r>
            <a:r>
              <a:rPr lang="en-US" sz="2200" b="1" dirty="0">
                <a:latin typeface="Times New Roman" panose="02020603050405020304" pitchFamily="18" charset="0"/>
                <a:cs typeface="Times New Roman" panose="02020603050405020304" pitchFamily="18" charset="0"/>
              </a:rPr>
              <a:t>):</a:t>
            </a:r>
            <a:r>
              <a:rPr lang="en-US" sz="2200" dirty="0">
                <a:latin typeface="Times New Roman" panose="02020603050405020304" pitchFamily="18" charset="0"/>
                <a:cs typeface="Times New Roman" panose="02020603050405020304" pitchFamily="18" charset="0"/>
              </a:rPr>
              <a:t> Battery capacity in milliampere-hours.</a:t>
            </a:r>
          </a:p>
          <a:p>
            <a:pPr marL="114300" indent="0">
              <a:buNone/>
            </a:pPr>
            <a:endParaRPr lang="en-IN" sz="2400" dirty="0"/>
          </a:p>
        </p:txBody>
      </p:sp>
    </p:spTree>
    <p:extLst>
      <p:ext uri="{BB962C8B-B14F-4D97-AF65-F5344CB8AC3E}">
        <p14:creationId xmlns:p14="http://schemas.microsoft.com/office/powerpoint/2010/main" val="42326180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BBDA042-57A8-1DBE-075E-7E845FFD4DDB}"/>
              </a:ext>
            </a:extLst>
          </p:cNvPr>
          <p:cNvSpPr>
            <a:spLocks noGrp="1"/>
          </p:cNvSpPr>
          <p:nvPr>
            <p:ph type="body" idx="1"/>
          </p:nvPr>
        </p:nvSpPr>
        <p:spPr>
          <a:xfrm>
            <a:off x="838200" y="570271"/>
            <a:ext cx="10515600" cy="5606692"/>
          </a:xfrm>
        </p:spPr>
        <p:txBody>
          <a:bodyPr>
            <a:normAutofit/>
          </a:bodyPr>
          <a:lstStyle/>
          <a:p>
            <a:pPr algn="just"/>
            <a:r>
              <a:rPr lang="en-US" sz="2200" b="1" dirty="0">
                <a:latin typeface="Times New Roman" panose="02020603050405020304" pitchFamily="18" charset="0"/>
                <a:cs typeface="Times New Roman" panose="02020603050405020304" pitchFamily="18" charset="0"/>
              </a:rPr>
              <a:t>VERSION:</a:t>
            </a:r>
            <a:r>
              <a:rPr lang="en-US" sz="2200" dirty="0">
                <a:latin typeface="Times New Roman" panose="02020603050405020304" pitchFamily="18" charset="0"/>
                <a:cs typeface="Times New Roman" panose="02020603050405020304" pitchFamily="18" charset="0"/>
              </a:rPr>
              <a:t> Operating system or software version listed in product details.</a:t>
            </a:r>
          </a:p>
          <a:p>
            <a:pPr algn="just"/>
            <a:r>
              <a:rPr lang="en-US" sz="2200" b="1" dirty="0">
                <a:latin typeface="Times New Roman" panose="02020603050405020304" pitchFamily="18" charset="0"/>
                <a:cs typeface="Times New Roman" panose="02020603050405020304" pitchFamily="18" charset="0"/>
              </a:rPr>
              <a:t>WARRENTY:</a:t>
            </a:r>
            <a:r>
              <a:rPr lang="en-US" sz="2200" dirty="0">
                <a:latin typeface="Times New Roman" panose="02020603050405020304" pitchFamily="18" charset="0"/>
                <a:cs typeface="Times New Roman" panose="02020603050405020304" pitchFamily="18" charset="0"/>
              </a:rPr>
              <a:t> Warranty duration provided with the devices</a:t>
            </a:r>
          </a:p>
          <a:p>
            <a:pPr algn="just"/>
            <a:r>
              <a:rPr lang="en-US" sz="2200" b="1" dirty="0">
                <a:latin typeface="Times New Roman" panose="02020603050405020304" pitchFamily="18" charset="0"/>
                <a:cs typeface="Times New Roman" panose="02020603050405020304" pitchFamily="18" charset="0"/>
              </a:rPr>
              <a:t>RATINGS:</a:t>
            </a:r>
            <a:r>
              <a:rPr lang="en-US" sz="2200" dirty="0">
                <a:latin typeface="Times New Roman" panose="02020603050405020304" pitchFamily="18" charset="0"/>
                <a:cs typeface="Times New Roman" panose="02020603050405020304" pitchFamily="18" charset="0"/>
              </a:rPr>
              <a:t> Average user rating on the platform.</a:t>
            </a:r>
          </a:p>
          <a:p>
            <a:pPr algn="just"/>
            <a:r>
              <a:rPr lang="en-US" sz="2200" b="1" dirty="0">
                <a:latin typeface="Times New Roman" panose="02020603050405020304" pitchFamily="18" charset="0"/>
                <a:cs typeface="Times New Roman" panose="02020603050405020304" pitchFamily="18" charset="0"/>
              </a:rPr>
              <a:t>REVIEWS_COUNT:</a:t>
            </a:r>
            <a:r>
              <a:rPr lang="en-US" sz="2200" dirty="0">
                <a:latin typeface="Times New Roman" panose="02020603050405020304" pitchFamily="18" charset="0"/>
                <a:cs typeface="Times New Roman" panose="02020603050405020304" pitchFamily="18" charset="0"/>
              </a:rPr>
              <a:t> Total number of customer reviews.</a:t>
            </a:r>
          </a:p>
          <a:p>
            <a:pPr algn="just"/>
            <a:r>
              <a:rPr lang="en-US" sz="2200" b="1" dirty="0">
                <a:latin typeface="Times New Roman" panose="02020603050405020304" pitchFamily="18" charset="0"/>
                <a:cs typeface="Times New Roman" panose="02020603050405020304" pitchFamily="18" charset="0"/>
              </a:rPr>
              <a:t>ORIGINAL_PRICE(INR):</a:t>
            </a:r>
            <a:r>
              <a:rPr lang="en-US" sz="2200" dirty="0">
                <a:latin typeface="Times New Roman" panose="02020603050405020304" pitchFamily="18" charset="0"/>
                <a:cs typeface="Times New Roman" panose="02020603050405020304" pitchFamily="18" charset="0"/>
              </a:rPr>
              <a:t> Listed price before discount.</a:t>
            </a:r>
          </a:p>
          <a:p>
            <a:pPr algn="just"/>
            <a:r>
              <a:rPr lang="en-US" sz="2200" b="1" dirty="0">
                <a:latin typeface="Times New Roman" panose="02020603050405020304" pitchFamily="18" charset="0"/>
                <a:cs typeface="Times New Roman" panose="02020603050405020304" pitchFamily="18" charset="0"/>
              </a:rPr>
              <a:t>FINAL_PRICE(INR):</a:t>
            </a:r>
            <a:r>
              <a:rPr lang="en-US" sz="2200" dirty="0">
                <a:latin typeface="Times New Roman" panose="02020603050405020304" pitchFamily="18" charset="0"/>
                <a:cs typeface="Times New Roman" panose="02020603050405020304" pitchFamily="18" charset="0"/>
              </a:rPr>
              <a:t> Actual selling price after discount.</a:t>
            </a:r>
          </a:p>
          <a:p>
            <a:pPr algn="just"/>
            <a:r>
              <a:rPr lang="en-US" sz="2200" b="1" dirty="0">
                <a:latin typeface="Times New Roman" panose="02020603050405020304" pitchFamily="18" charset="0"/>
                <a:cs typeface="Times New Roman" panose="02020603050405020304" pitchFamily="18" charset="0"/>
              </a:rPr>
              <a:t>DISCOUNT_PERCENT:</a:t>
            </a:r>
            <a:r>
              <a:rPr lang="en-US" sz="2200" dirty="0">
                <a:latin typeface="Times New Roman" panose="02020603050405020304" pitchFamily="18" charset="0"/>
                <a:cs typeface="Times New Roman" panose="02020603050405020304" pitchFamily="18" charset="0"/>
              </a:rPr>
              <a:t> Percentage discount applied to the tablet price.</a:t>
            </a:r>
          </a:p>
          <a:p>
            <a:pPr algn="just"/>
            <a:r>
              <a:rPr lang="en-US" sz="2200" b="1" dirty="0">
                <a:latin typeface="Times New Roman" panose="02020603050405020304" pitchFamily="18" charset="0"/>
                <a:cs typeface="Times New Roman" panose="02020603050405020304" pitchFamily="18" charset="0"/>
              </a:rPr>
              <a:t>EXCHANGE_DISCOUNT_PRICE(INR):</a:t>
            </a:r>
            <a:r>
              <a:rPr lang="en-US" sz="2200" dirty="0">
                <a:latin typeface="Times New Roman" panose="02020603050405020304" pitchFamily="18" charset="0"/>
                <a:cs typeface="Times New Roman" panose="02020603050405020304" pitchFamily="18" charset="0"/>
              </a:rPr>
              <a:t> Additional discount available under exchange offers.</a:t>
            </a:r>
          </a:p>
        </p:txBody>
      </p:sp>
    </p:spTree>
    <p:extLst>
      <p:ext uri="{BB962C8B-B14F-4D97-AF65-F5344CB8AC3E}">
        <p14:creationId xmlns:p14="http://schemas.microsoft.com/office/powerpoint/2010/main" val="3234718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A2F45DB8-203A-11CC-6A7D-85B1E6361A3D}"/>
              </a:ext>
            </a:extLst>
          </p:cNvPr>
          <p:cNvPicPr>
            <a:picLocks noChangeAspect="1"/>
          </p:cNvPicPr>
          <p:nvPr/>
        </p:nvPicPr>
        <p:blipFill>
          <a:blip r:embed="rId2"/>
          <a:stretch>
            <a:fillRect/>
          </a:stretch>
        </p:blipFill>
        <p:spPr>
          <a:xfrm>
            <a:off x="218951" y="904568"/>
            <a:ext cx="6565308" cy="4925961"/>
          </a:xfrm>
          <a:prstGeom prst="rect">
            <a:avLst/>
          </a:prstGeom>
        </p:spPr>
      </p:pic>
      <p:pic>
        <p:nvPicPr>
          <p:cNvPr id="15" name="Picture 14">
            <a:extLst>
              <a:ext uri="{FF2B5EF4-FFF2-40B4-BE49-F238E27FC236}">
                <a16:creationId xmlns:a16="http://schemas.microsoft.com/office/drawing/2014/main" id="{D035D1FE-8BBB-18FC-10D8-424605BCB744}"/>
              </a:ext>
            </a:extLst>
          </p:cNvPr>
          <p:cNvPicPr>
            <a:picLocks noChangeAspect="1"/>
          </p:cNvPicPr>
          <p:nvPr/>
        </p:nvPicPr>
        <p:blipFill>
          <a:blip r:embed="rId3"/>
          <a:stretch>
            <a:fillRect/>
          </a:stretch>
        </p:blipFill>
        <p:spPr>
          <a:xfrm>
            <a:off x="6784259" y="904568"/>
            <a:ext cx="5260257" cy="4729316"/>
          </a:xfrm>
          <a:prstGeom prst="rect">
            <a:avLst/>
          </a:prstGeom>
        </p:spPr>
      </p:pic>
      <p:sp>
        <p:nvSpPr>
          <p:cNvPr id="16" name="TextBox 15">
            <a:extLst>
              <a:ext uri="{FF2B5EF4-FFF2-40B4-BE49-F238E27FC236}">
                <a16:creationId xmlns:a16="http://schemas.microsoft.com/office/drawing/2014/main" id="{CFA5BFB7-A5F7-7A36-0D6F-05307A801D29}"/>
              </a:ext>
            </a:extLst>
          </p:cNvPr>
          <p:cNvSpPr txBox="1"/>
          <p:nvPr/>
        </p:nvSpPr>
        <p:spPr>
          <a:xfrm>
            <a:off x="683342" y="162906"/>
            <a:ext cx="10648335" cy="646331"/>
          </a:xfrm>
          <a:prstGeom prst="rect">
            <a:avLst/>
          </a:prstGeom>
          <a:noFill/>
        </p:spPr>
        <p:txBody>
          <a:bodyPr wrap="square" rtlCol="0">
            <a:spAutoFit/>
          </a:bodyPr>
          <a:lstStyle/>
          <a:p>
            <a:pPr algn="ctr"/>
            <a:r>
              <a:rPr lang="en-IN" sz="3600" b="1" dirty="0">
                <a:solidFill>
                  <a:srgbClr val="FF0000"/>
                </a:solidFill>
                <a:latin typeface="Arial Rounded MT Bold" panose="020F0704030504030204" pitchFamily="34" charset="0"/>
              </a:rPr>
              <a:t> </a:t>
            </a:r>
            <a:r>
              <a:rPr lang="en-IN" sz="3600" b="1" dirty="0" err="1">
                <a:solidFill>
                  <a:srgbClr val="FF0000"/>
                </a:solidFill>
                <a:latin typeface="Arial Rounded MT Bold" panose="020F0704030504030204" pitchFamily="34" charset="0"/>
              </a:rPr>
              <a:t>DataFrame</a:t>
            </a:r>
            <a:endParaRPr lang="en-IN" sz="3600" b="1" dirty="0">
              <a:solidFill>
                <a:srgbClr val="FF0000"/>
              </a:solidFill>
              <a:latin typeface="Arial Rounded MT Bold" panose="020F0704030504030204" pitchFamily="34" charset="0"/>
            </a:endParaRPr>
          </a:p>
        </p:txBody>
      </p:sp>
    </p:spTree>
    <p:extLst>
      <p:ext uri="{BB962C8B-B14F-4D97-AF65-F5344CB8AC3E}">
        <p14:creationId xmlns:p14="http://schemas.microsoft.com/office/powerpoint/2010/main" val="11934961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379C1D-E124-BBB8-1E5A-76B6BF9453F0}"/>
              </a:ext>
            </a:extLst>
          </p:cNvPr>
          <p:cNvSpPr>
            <a:spLocks noGrp="1"/>
          </p:cNvSpPr>
          <p:nvPr>
            <p:ph type="title"/>
          </p:nvPr>
        </p:nvSpPr>
        <p:spPr>
          <a:xfrm>
            <a:off x="680884" y="0"/>
            <a:ext cx="10515600" cy="1168706"/>
          </a:xfrm>
        </p:spPr>
        <p:txBody>
          <a:bodyPr>
            <a:normAutofit/>
          </a:bodyPr>
          <a:lstStyle/>
          <a:p>
            <a:pPr algn="ctr"/>
            <a:r>
              <a:rPr lang="en-IN" sz="3600" b="1" dirty="0">
                <a:solidFill>
                  <a:srgbClr val="FF0000"/>
                </a:solidFill>
                <a:latin typeface="Arial Rounded MT Bold" panose="020F0704030504030204" pitchFamily="34" charset="0"/>
                <a:cs typeface="Times New Roman" panose="02020603050405020304" pitchFamily="18" charset="0"/>
              </a:rPr>
              <a:t>Data cleaning steps</a:t>
            </a:r>
            <a:br>
              <a:rPr lang="en-IN" sz="3600" b="1" dirty="0">
                <a:latin typeface="Times New Roman" panose="02020603050405020304" pitchFamily="18" charset="0"/>
                <a:cs typeface="Times New Roman" panose="02020603050405020304" pitchFamily="18" charset="0"/>
              </a:rPr>
            </a:br>
            <a:endParaRPr lang="en-IN" sz="3600" dirty="0">
              <a:latin typeface="Arial Rounded MT Bold" panose="020F0704030504030204" pitchFamily="34" charset="0"/>
            </a:endParaRPr>
          </a:p>
        </p:txBody>
      </p:sp>
      <p:sp>
        <p:nvSpPr>
          <p:cNvPr id="3" name="Text Placeholder 2">
            <a:extLst>
              <a:ext uri="{FF2B5EF4-FFF2-40B4-BE49-F238E27FC236}">
                <a16:creationId xmlns:a16="http://schemas.microsoft.com/office/drawing/2014/main" id="{F91E961A-F8E5-02D5-3669-DD7CB6FADCB3}"/>
              </a:ext>
            </a:extLst>
          </p:cNvPr>
          <p:cNvSpPr>
            <a:spLocks noGrp="1"/>
          </p:cNvSpPr>
          <p:nvPr>
            <p:ph type="body" idx="1"/>
          </p:nvPr>
        </p:nvSpPr>
        <p:spPr>
          <a:xfrm>
            <a:off x="471948" y="639097"/>
            <a:ext cx="11552904" cy="5830530"/>
          </a:xfrm>
        </p:spPr>
        <p:txBody>
          <a:bodyPr>
            <a:normAutofit fontScale="85000" lnSpcReduction="20000"/>
          </a:bodyPr>
          <a:lstStyle/>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Removed special characters from price and discount columns.</a:t>
            </a:r>
          </a:p>
          <a:p>
            <a:pPr algn="just">
              <a:buFont typeface="Wingdings" panose="05000000000000000000" pitchFamily="2" charset="2"/>
              <a:buChar char="Ø"/>
            </a:pPr>
            <a:r>
              <a:rPr lang="en-IN" sz="2600" dirty="0">
                <a:latin typeface="Times New Roman" panose="02020603050405020304" pitchFamily="18" charset="0"/>
                <a:cs typeface="Times New Roman" panose="02020603050405020304" pitchFamily="18" charset="0"/>
              </a:rPr>
              <a:t>Dropped duplicated rows.</a:t>
            </a:r>
          </a:p>
          <a:p>
            <a:pPr algn="just">
              <a:buFont typeface="Wingdings" panose="05000000000000000000" pitchFamily="2" charset="2"/>
              <a:buChar char="Ø"/>
            </a:pPr>
            <a:r>
              <a:rPr lang="en-US" sz="2600" dirty="0">
                <a:latin typeface="Times New Roman" panose="02020603050405020304" pitchFamily="18" charset="0"/>
                <a:cs typeface="Times New Roman" panose="02020603050405020304" pitchFamily="18" charset="0"/>
              </a:rPr>
              <a:t>Identified all null values and imputed them using appropriate strategies:</a:t>
            </a:r>
          </a:p>
          <a:p>
            <a:r>
              <a:rPr lang="en-US" sz="2600" dirty="0">
                <a:latin typeface="Times New Roman" panose="02020603050405020304" pitchFamily="18" charset="0"/>
                <a:cs typeface="Times New Roman" panose="02020603050405020304" pitchFamily="18" charset="0"/>
              </a:rPr>
              <a:t>MODEL: filled with "Unknown".</a:t>
            </a:r>
          </a:p>
          <a:p>
            <a:r>
              <a:rPr lang="en-US" sz="2600" dirty="0">
                <a:latin typeface="Times New Roman" panose="02020603050405020304" pitchFamily="18" charset="0"/>
                <a:cs typeface="Times New Roman" panose="02020603050405020304" pitchFamily="18" charset="0"/>
              </a:rPr>
              <a:t>RAM(GB): filled with the mode.</a:t>
            </a:r>
          </a:p>
          <a:p>
            <a:r>
              <a:rPr lang="en-US" sz="2600" dirty="0">
                <a:latin typeface="Times New Roman" panose="02020603050405020304" pitchFamily="18" charset="0"/>
                <a:cs typeface="Times New Roman" panose="02020603050405020304" pitchFamily="18" charset="0"/>
              </a:rPr>
              <a:t>ROM(GB): filled with the mode.</a:t>
            </a:r>
          </a:p>
          <a:p>
            <a:r>
              <a:rPr lang="en-US" sz="2600" dirty="0">
                <a:latin typeface="Times New Roman" panose="02020603050405020304" pitchFamily="18" charset="0"/>
                <a:cs typeface="Times New Roman" panose="02020603050405020304" pitchFamily="18" charset="0"/>
              </a:rPr>
              <a:t>REAR_CAMERA(MP): filled with the mode.</a:t>
            </a:r>
          </a:p>
          <a:p>
            <a:r>
              <a:rPr lang="en-US" sz="2600" dirty="0">
                <a:latin typeface="Times New Roman" panose="02020603050405020304" pitchFamily="18" charset="0"/>
                <a:cs typeface="Times New Roman" panose="02020603050405020304" pitchFamily="18" charset="0"/>
              </a:rPr>
              <a:t>FRONT_CAMERA(MP): filled with the median.</a:t>
            </a:r>
          </a:p>
          <a:p>
            <a:r>
              <a:rPr lang="en-US" sz="2600" dirty="0">
                <a:latin typeface="Times New Roman" panose="02020603050405020304" pitchFamily="18" charset="0"/>
                <a:cs typeface="Times New Roman" panose="02020603050405020304" pitchFamily="18" charset="0"/>
              </a:rPr>
              <a:t>BATTERY(</a:t>
            </a:r>
            <a:r>
              <a:rPr lang="en-US" sz="2600" dirty="0" err="1">
                <a:latin typeface="Times New Roman" panose="02020603050405020304" pitchFamily="18" charset="0"/>
                <a:cs typeface="Times New Roman" panose="02020603050405020304" pitchFamily="18" charset="0"/>
              </a:rPr>
              <a:t>mAh</a:t>
            </a:r>
            <a:r>
              <a:rPr lang="en-US" sz="2600" dirty="0">
                <a:latin typeface="Times New Roman" panose="02020603050405020304" pitchFamily="18" charset="0"/>
                <a:cs typeface="Times New Roman" panose="02020603050405020304" pitchFamily="18" charset="0"/>
              </a:rPr>
              <a:t>): filled with the median.</a:t>
            </a:r>
          </a:p>
          <a:p>
            <a:r>
              <a:rPr lang="en-US" sz="2600" dirty="0">
                <a:latin typeface="Times New Roman" panose="02020603050405020304" pitchFamily="18" charset="0"/>
                <a:cs typeface="Times New Roman" panose="02020603050405020304" pitchFamily="18" charset="0"/>
              </a:rPr>
              <a:t>VERSION: filled with "Unknown".</a:t>
            </a:r>
          </a:p>
          <a:p>
            <a:r>
              <a:rPr lang="en-US" sz="2600" dirty="0">
                <a:latin typeface="Times New Roman" panose="02020603050405020304" pitchFamily="18" charset="0"/>
                <a:cs typeface="Times New Roman" panose="02020603050405020304" pitchFamily="18" charset="0"/>
              </a:rPr>
              <a:t>RATINGS: filled with the median.</a:t>
            </a:r>
          </a:p>
          <a:p>
            <a:r>
              <a:rPr lang="en-US" sz="2600" dirty="0">
                <a:latin typeface="Times New Roman" panose="02020603050405020304" pitchFamily="18" charset="0"/>
                <a:cs typeface="Times New Roman" panose="02020603050405020304" pitchFamily="18" charset="0"/>
              </a:rPr>
              <a:t>REVIEWS_COUNT: filled with "0".</a:t>
            </a:r>
          </a:p>
          <a:p>
            <a:r>
              <a:rPr lang="en-US" sz="2600" dirty="0">
                <a:latin typeface="Times New Roman" panose="02020603050405020304" pitchFamily="18" charset="0"/>
                <a:cs typeface="Times New Roman" panose="02020603050405020304" pitchFamily="18" charset="0"/>
              </a:rPr>
              <a:t>ORIGINAL_PRICE(INR): filled with values from FINAL_PRICE(INR) where missing.</a:t>
            </a:r>
          </a:p>
          <a:p>
            <a:r>
              <a:rPr lang="en-US" sz="2600" dirty="0">
                <a:latin typeface="Times New Roman" panose="02020603050405020304" pitchFamily="18" charset="0"/>
                <a:cs typeface="Times New Roman" panose="02020603050405020304" pitchFamily="18" charset="0"/>
              </a:rPr>
              <a:t>DISCOUNT_PERCENT: filled with "0".</a:t>
            </a:r>
          </a:p>
          <a:p>
            <a:r>
              <a:rPr lang="en-US" sz="2600" dirty="0">
                <a:latin typeface="Times New Roman" panose="02020603050405020304" pitchFamily="18" charset="0"/>
                <a:cs typeface="Times New Roman" panose="02020603050405020304" pitchFamily="18" charset="0"/>
              </a:rPr>
              <a:t>EXCHANGE_DISCOUNT_PRICE(INR): filled with "0".</a:t>
            </a:r>
          </a:p>
          <a:p>
            <a:pPr>
              <a:buFont typeface="Wingdings" panose="05000000000000000000" pitchFamily="2" charset="2"/>
              <a:buChar char="Ø"/>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07871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FC9719A2-EC7D-C275-F826-5DDAD700468E}"/>
              </a:ext>
            </a:extLst>
          </p:cNvPr>
          <p:cNvSpPr>
            <a:spLocks noGrp="1"/>
          </p:cNvSpPr>
          <p:nvPr>
            <p:ph type="body" idx="1"/>
          </p:nvPr>
        </p:nvSpPr>
        <p:spPr>
          <a:xfrm>
            <a:off x="838200" y="373626"/>
            <a:ext cx="10515600" cy="5899355"/>
          </a:xfrm>
        </p:spPr>
        <p:txBody>
          <a:bodyPr>
            <a:normAutofit/>
          </a:bodyPr>
          <a:lstStyle/>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Converted all numeric and categorical fields columns into correct data types.</a:t>
            </a:r>
          </a:p>
          <a:p>
            <a:pPr>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ORIGINAL_PRICE(INR): int</a:t>
            </a:r>
          </a:p>
          <a:p>
            <a:pPr>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FINAL_PRICE(INR): int</a:t>
            </a:r>
          </a:p>
          <a:p>
            <a:pPr>
              <a:buFont typeface="Arial" panose="020B0604020202020204" pitchFamily="34" charset="0"/>
              <a:buChar char="•"/>
            </a:pPr>
            <a:r>
              <a:rPr lang="en-IN" sz="2200" dirty="0">
                <a:latin typeface="Times New Roman" panose="02020603050405020304" pitchFamily="18" charset="0"/>
                <a:cs typeface="Times New Roman" panose="02020603050405020304" pitchFamily="18" charset="0"/>
              </a:rPr>
              <a:t>DISCOUNT_PERCENT: int</a:t>
            </a:r>
          </a:p>
          <a:p>
            <a:pPr>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EXCHANGE_DISCOUNT_PRICE(INR): int</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Detected outliers using the IQR method.</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Retained them after confirming they represent genuine premium tablets.</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Standardized categorical columns by converting all category text to lowercase for consistency.</a:t>
            </a:r>
          </a:p>
          <a:p>
            <a:pPr>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Standardized categorical columns by converting all category text to lowercase for consistency</a:t>
            </a:r>
          </a:p>
          <a:p>
            <a:pPr marL="114300" indent="0">
              <a:buNone/>
            </a:pPr>
            <a:endParaRPr lang="en-US" sz="2400" dirty="0"/>
          </a:p>
        </p:txBody>
      </p:sp>
    </p:spTree>
    <p:extLst>
      <p:ext uri="{BB962C8B-B14F-4D97-AF65-F5344CB8AC3E}">
        <p14:creationId xmlns:p14="http://schemas.microsoft.com/office/powerpoint/2010/main" val="21793725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D2726-0F9A-03BE-DA6D-892602686455}"/>
              </a:ext>
            </a:extLst>
          </p:cNvPr>
          <p:cNvSpPr>
            <a:spLocks noGrp="1"/>
          </p:cNvSpPr>
          <p:nvPr>
            <p:ph type="title"/>
          </p:nvPr>
        </p:nvSpPr>
        <p:spPr>
          <a:xfrm>
            <a:off x="838200" y="217639"/>
            <a:ext cx="10515600" cy="618101"/>
          </a:xfrm>
        </p:spPr>
        <p:txBody>
          <a:bodyPr>
            <a:normAutofit fontScale="90000"/>
          </a:bodyPr>
          <a:lstStyle/>
          <a:p>
            <a:pPr algn="ctr"/>
            <a:r>
              <a:rPr lang="en-IN" sz="4000" b="1" dirty="0">
                <a:solidFill>
                  <a:srgbClr val="FF0000"/>
                </a:solidFill>
                <a:latin typeface="Times New Roman" panose="02020603050405020304" pitchFamily="18" charset="0"/>
                <a:cs typeface="Times New Roman" panose="02020603050405020304" pitchFamily="18" charset="0"/>
              </a:rPr>
              <a:t>Univariate Analysis </a:t>
            </a:r>
            <a:br>
              <a:rPr lang="en-IN" sz="3600" b="1" dirty="0">
                <a:latin typeface="Times New Roman" panose="02020603050405020304" pitchFamily="18" charset="0"/>
                <a:cs typeface="Times New Roman" panose="02020603050405020304" pitchFamily="18" charset="0"/>
              </a:rPr>
            </a:br>
            <a:endParaRPr lang="en-IN" sz="3600" dirty="0">
              <a:latin typeface="Arial Rounded MT Bold" panose="020F0704030504030204" pitchFamily="34" charset="0"/>
            </a:endParaRPr>
          </a:p>
        </p:txBody>
      </p:sp>
      <p:sp>
        <p:nvSpPr>
          <p:cNvPr id="14" name="TextBox 13">
            <a:extLst>
              <a:ext uri="{FF2B5EF4-FFF2-40B4-BE49-F238E27FC236}">
                <a16:creationId xmlns:a16="http://schemas.microsoft.com/office/drawing/2014/main" id="{6EEF0AF7-CD2F-6C87-2BB7-3AC6582D59D0}"/>
              </a:ext>
            </a:extLst>
          </p:cNvPr>
          <p:cNvSpPr txBox="1"/>
          <p:nvPr/>
        </p:nvSpPr>
        <p:spPr>
          <a:xfrm>
            <a:off x="410690" y="3805083"/>
            <a:ext cx="11535504" cy="3539430"/>
          </a:xfrm>
          <a:prstGeom prst="rect">
            <a:avLst/>
          </a:prstGeom>
          <a:noFill/>
        </p:spPr>
        <p:txBody>
          <a:bodyPr wrap="square" rtlCol="0">
            <a:spAutoFit/>
          </a:bodyPr>
          <a:lstStyle/>
          <a:p>
            <a:pPr marL="342900" indent="-342900">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Insight:</a:t>
            </a:r>
          </a:p>
          <a:p>
            <a:pPr algn="just"/>
            <a:r>
              <a:rPr lang="en-IN" sz="20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chart shows a highly uneven brand distribution in the Indian tablet market. Apple dominates the dataset with the largest share (429 models), followed by Samsung with a significant but smaller count (170). Lenovo forms the mid-tier segment with around 70 entries. All other brands - including Redmi, OnePlus, Realme, Oppo, </a:t>
            </a:r>
            <a:r>
              <a:rPr lang="en-US" sz="2200" dirty="0" err="1">
                <a:latin typeface="Times New Roman" panose="02020603050405020304" pitchFamily="18" charset="0"/>
                <a:cs typeface="Times New Roman" panose="02020603050405020304" pitchFamily="18" charset="0"/>
              </a:rPr>
              <a:t>Infinix</a:t>
            </a:r>
            <a:r>
              <a:rPr lang="en-US" sz="2200" dirty="0">
                <a:latin typeface="Times New Roman" panose="02020603050405020304" pitchFamily="18" charset="0"/>
                <a:cs typeface="Times New Roman" panose="02020603050405020304" pitchFamily="18" charset="0"/>
              </a:rPr>
              <a:t>, Motorola, and others - appear in very small numbers, indicating limited product ranges or lower market presence. This imbalance suggests that pricing trends in the Indian tablet market are shaped mainly by Apple and Samsung, with most other brands contributing minimally.</a:t>
            </a:r>
            <a:r>
              <a:rPr lang="en-IN" sz="2200" dirty="0">
                <a:latin typeface="Times New Roman" panose="02020603050405020304" pitchFamily="18" charset="0"/>
                <a:cs typeface="Times New Roman" panose="02020603050405020304" pitchFamily="18" charset="0"/>
              </a:rPr>
              <a:t>	</a:t>
            </a:r>
          </a:p>
          <a:p>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pic>
        <p:nvPicPr>
          <p:cNvPr id="16" name="Picture 15">
            <a:extLst>
              <a:ext uri="{FF2B5EF4-FFF2-40B4-BE49-F238E27FC236}">
                <a16:creationId xmlns:a16="http://schemas.microsoft.com/office/drawing/2014/main" id="{E53A220D-EA47-7C81-739D-8A672BADBA09}"/>
              </a:ext>
            </a:extLst>
          </p:cNvPr>
          <p:cNvPicPr>
            <a:picLocks noChangeAspect="1"/>
          </p:cNvPicPr>
          <p:nvPr/>
        </p:nvPicPr>
        <p:blipFill>
          <a:blip r:embed="rId2"/>
          <a:stretch>
            <a:fillRect/>
          </a:stretch>
        </p:blipFill>
        <p:spPr>
          <a:xfrm>
            <a:off x="521111" y="727156"/>
            <a:ext cx="11260198" cy="3205747"/>
          </a:xfrm>
          <a:prstGeom prst="rect">
            <a:avLst/>
          </a:prstGeom>
        </p:spPr>
      </p:pic>
    </p:spTree>
    <p:extLst>
      <p:ext uri="{BB962C8B-B14F-4D97-AF65-F5344CB8AC3E}">
        <p14:creationId xmlns:p14="http://schemas.microsoft.com/office/powerpoint/2010/main" val="3227658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B553048-0A87-1FA1-704F-863828912EAE}"/>
              </a:ext>
            </a:extLst>
          </p:cNvPr>
          <p:cNvPicPr>
            <a:picLocks noChangeAspect="1"/>
          </p:cNvPicPr>
          <p:nvPr/>
        </p:nvPicPr>
        <p:blipFill>
          <a:blip r:embed="rId2"/>
          <a:stretch>
            <a:fillRect/>
          </a:stretch>
        </p:blipFill>
        <p:spPr>
          <a:xfrm>
            <a:off x="5923280" y="105751"/>
            <a:ext cx="5954088" cy="3227384"/>
          </a:xfrm>
          <a:prstGeom prst="rect">
            <a:avLst/>
          </a:prstGeom>
        </p:spPr>
      </p:pic>
      <p:pic>
        <p:nvPicPr>
          <p:cNvPr id="7" name="Picture 6">
            <a:extLst>
              <a:ext uri="{FF2B5EF4-FFF2-40B4-BE49-F238E27FC236}">
                <a16:creationId xmlns:a16="http://schemas.microsoft.com/office/drawing/2014/main" id="{70C5B981-9E0C-21E3-3530-12E391204F88}"/>
              </a:ext>
            </a:extLst>
          </p:cNvPr>
          <p:cNvPicPr>
            <a:picLocks noChangeAspect="1"/>
          </p:cNvPicPr>
          <p:nvPr/>
        </p:nvPicPr>
        <p:blipFill>
          <a:blip r:embed="rId3"/>
          <a:stretch>
            <a:fillRect/>
          </a:stretch>
        </p:blipFill>
        <p:spPr>
          <a:xfrm>
            <a:off x="6096000" y="3333134"/>
            <a:ext cx="5781368" cy="2900517"/>
          </a:xfrm>
          <a:prstGeom prst="rect">
            <a:avLst/>
          </a:prstGeom>
        </p:spPr>
      </p:pic>
      <p:sp>
        <p:nvSpPr>
          <p:cNvPr id="9" name="TextBox 8">
            <a:extLst>
              <a:ext uri="{FF2B5EF4-FFF2-40B4-BE49-F238E27FC236}">
                <a16:creationId xmlns:a16="http://schemas.microsoft.com/office/drawing/2014/main" id="{6032EBDB-9AE9-7C27-EFA6-8208220D8E50}"/>
              </a:ext>
            </a:extLst>
          </p:cNvPr>
          <p:cNvSpPr txBox="1"/>
          <p:nvPr/>
        </p:nvSpPr>
        <p:spPr>
          <a:xfrm>
            <a:off x="314632" y="396004"/>
            <a:ext cx="5456248" cy="3724096"/>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Insight:</a:t>
            </a:r>
          </a:p>
          <a:p>
            <a:pPr algn="just"/>
            <a:r>
              <a:rPr lang="en-IN"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price distribution is heavily right-</a:t>
            </a:r>
            <a:r>
              <a:rPr lang="en-US" sz="2200" dirty="0" err="1">
                <a:latin typeface="Times New Roman" panose="02020603050405020304" pitchFamily="18" charset="0"/>
                <a:cs typeface="Times New Roman" panose="02020603050405020304" pitchFamily="18" charset="0"/>
              </a:rPr>
              <a:t>skewed.Most</a:t>
            </a:r>
            <a:r>
              <a:rPr lang="en-US" sz="2200" dirty="0">
                <a:latin typeface="Times New Roman" panose="02020603050405020304" pitchFamily="18" charset="0"/>
                <a:cs typeface="Times New Roman" panose="02020603050405020304" pitchFamily="18" charset="0"/>
              </a:rPr>
              <a:t> tablets fall between ₹10,000 and ₹30,000,while high-end models above ₹80,000 are far fewer. This shows that the Indian tablet market is dominated by affordable and mid-range products, with premium devices forming only a small portion of the overall market.</a:t>
            </a:r>
            <a:endParaRPr lang="en-IN" sz="2200" b="1"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8E12AC7F-9CE6-35AD-5D6A-7930C84DC995}"/>
              </a:ext>
            </a:extLst>
          </p:cNvPr>
          <p:cNvSpPr txBox="1"/>
          <p:nvPr/>
        </p:nvSpPr>
        <p:spPr>
          <a:xfrm>
            <a:off x="406072" y="3412214"/>
            <a:ext cx="5689928" cy="4893647"/>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Insight:</a:t>
            </a:r>
          </a:p>
          <a:p>
            <a:pPr algn="just"/>
            <a:r>
              <a:rPr lang="en-IN"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Most tablets come with 4GB RAM, making it the dominant configuration. Higher RAM options like 6GB, 8GB, and 12GB appear moderately, while low RAM variants (1GB, 2GB, 3GB) are much less common, indicating that the market has shifted toward mid-range and higher-performance devices.</a:t>
            </a:r>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a:p>
            <a:endParaRPr lang="en-IN" sz="2200" b="1" dirty="0">
              <a:latin typeface="Times New Roman" panose="02020603050405020304" pitchFamily="18" charset="0"/>
              <a:cs typeface="Times New Roman" panose="02020603050405020304" pitchFamily="18" charset="0"/>
            </a:endParaRPr>
          </a:p>
          <a:p>
            <a:endParaRPr lang="en-IN" sz="2000" b="1" dirty="0">
              <a:latin typeface="Times New Roman" panose="02020603050405020304" pitchFamily="18" charset="0"/>
              <a:cs typeface="Times New Roman" panose="02020603050405020304" pitchFamily="18" charset="0"/>
            </a:endParaRPr>
          </a:p>
          <a:p>
            <a:endParaRPr lang="en-IN" dirty="0"/>
          </a:p>
          <a:p>
            <a:endParaRPr lang="en-IN" dirty="0"/>
          </a:p>
        </p:txBody>
      </p:sp>
    </p:spTree>
    <p:extLst>
      <p:ext uri="{BB962C8B-B14F-4D97-AF65-F5344CB8AC3E}">
        <p14:creationId xmlns:p14="http://schemas.microsoft.com/office/powerpoint/2010/main" val="13192228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86FAB39-B21A-5A30-1C33-2A067A7F31EF}"/>
              </a:ext>
            </a:extLst>
          </p:cNvPr>
          <p:cNvPicPr>
            <a:picLocks noChangeAspect="1"/>
          </p:cNvPicPr>
          <p:nvPr/>
        </p:nvPicPr>
        <p:blipFill>
          <a:blip r:embed="rId2"/>
          <a:stretch>
            <a:fillRect/>
          </a:stretch>
        </p:blipFill>
        <p:spPr>
          <a:xfrm>
            <a:off x="5968181" y="0"/>
            <a:ext cx="5662072" cy="3175819"/>
          </a:xfrm>
          <a:prstGeom prst="rect">
            <a:avLst/>
          </a:prstGeom>
        </p:spPr>
      </p:pic>
      <p:pic>
        <p:nvPicPr>
          <p:cNvPr id="6" name="Picture 5">
            <a:extLst>
              <a:ext uri="{FF2B5EF4-FFF2-40B4-BE49-F238E27FC236}">
                <a16:creationId xmlns:a16="http://schemas.microsoft.com/office/drawing/2014/main" id="{54944B32-46A4-994B-8416-53A81F99ED6A}"/>
              </a:ext>
            </a:extLst>
          </p:cNvPr>
          <p:cNvPicPr>
            <a:picLocks noChangeAspect="1"/>
          </p:cNvPicPr>
          <p:nvPr/>
        </p:nvPicPr>
        <p:blipFill>
          <a:blip r:embed="rId3"/>
          <a:stretch>
            <a:fillRect/>
          </a:stretch>
        </p:blipFill>
        <p:spPr>
          <a:xfrm>
            <a:off x="6430297" y="3261852"/>
            <a:ext cx="5199956" cy="2971800"/>
          </a:xfrm>
          <a:prstGeom prst="rect">
            <a:avLst/>
          </a:prstGeom>
        </p:spPr>
      </p:pic>
      <p:sp>
        <p:nvSpPr>
          <p:cNvPr id="9" name="TextBox 8">
            <a:extLst>
              <a:ext uri="{FF2B5EF4-FFF2-40B4-BE49-F238E27FC236}">
                <a16:creationId xmlns:a16="http://schemas.microsoft.com/office/drawing/2014/main" id="{5F234652-1258-8F92-D66A-2B6BF8B1455E}"/>
              </a:ext>
            </a:extLst>
          </p:cNvPr>
          <p:cNvSpPr txBox="1"/>
          <p:nvPr/>
        </p:nvSpPr>
        <p:spPr>
          <a:xfrm>
            <a:off x="396240" y="325120"/>
            <a:ext cx="5486400" cy="4678204"/>
          </a:xfrm>
          <a:prstGeom prst="rect">
            <a:avLst/>
          </a:prstGeom>
          <a:noFill/>
        </p:spPr>
        <p:txBody>
          <a:bodyPr wrap="square" rtlCol="0">
            <a:spAutoFit/>
          </a:bodyPr>
          <a:lstStyle/>
          <a:p>
            <a:r>
              <a:rPr lang="en-IN" sz="2000" b="1" dirty="0">
                <a:latin typeface="Times New Roman" panose="02020603050405020304" pitchFamily="18" charset="0"/>
                <a:cs typeface="Times New Roman" panose="02020603050405020304" pitchFamily="18" charset="0"/>
              </a:rPr>
              <a:t>Insight:</a:t>
            </a:r>
          </a:p>
          <a:p>
            <a:pPr algn="just"/>
            <a:r>
              <a:rPr lang="en-US" dirty="0"/>
              <a:t>	</a:t>
            </a:r>
            <a:r>
              <a:rPr lang="en-US" sz="2200" dirty="0">
                <a:latin typeface="Times New Roman" panose="02020603050405020304" pitchFamily="18" charset="0"/>
                <a:cs typeface="Times New Roman" panose="02020603050405020304" pitchFamily="18" charset="0"/>
              </a:rPr>
              <a:t>Most tablets come with 128GB ROM, followed by 256GB, 64GB, and 512GB.Very low storage options like 1GB, 4GB, 8GB, and 16GB are not practical and should be </a:t>
            </a:r>
            <a:r>
              <a:rPr lang="en-US" sz="2200" dirty="0" err="1">
                <a:latin typeface="Times New Roman" panose="02020603050405020304" pitchFamily="18" charset="0"/>
                <a:cs typeface="Times New Roman" panose="02020603050405020304" pitchFamily="18" charset="0"/>
              </a:rPr>
              <a:t>avoided.For</a:t>
            </a:r>
            <a:r>
              <a:rPr lang="en-US" sz="2200" dirty="0">
                <a:latin typeface="Times New Roman" panose="02020603050405020304" pitchFamily="18" charset="0"/>
                <a:cs typeface="Times New Roman" panose="02020603050405020304" pitchFamily="18" charset="0"/>
              </a:rPr>
              <a:t> real-world usage, 128GB or 256GB models are ideal, and 64GB should be considered the minimum acceptable storage capacity.</a:t>
            </a:r>
          </a:p>
          <a:p>
            <a:pPr algn="just"/>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sp>
        <p:nvSpPr>
          <p:cNvPr id="10" name="TextBox 9">
            <a:extLst>
              <a:ext uri="{FF2B5EF4-FFF2-40B4-BE49-F238E27FC236}">
                <a16:creationId xmlns:a16="http://schemas.microsoft.com/office/drawing/2014/main" id="{66EB1A59-774B-2258-2263-871741AD7FEE}"/>
              </a:ext>
            </a:extLst>
          </p:cNvPr>
          <p:cNvSpPr txBox="1"/>
          <p:nvPr/>
        </p:nvSpPr>
        <p:spPr>
          <a:xfrm>
            <a:off x="396239" y="3566160"/>
            <a:ext cx="5571942" cy="2431435"/>
          </a:xfrm>
          <a:prstGeom prst="rect">
            <a:avLst/>
          </a:prstGeom>
          <a:noFill/>
        </p:spPr>
        <p:txBody>
          <a:bodyPr wrap="square" rtlCol="0">
            <a:spAutoFit/>
          </a:bodyPr>
          <a:lstStyle/>
          <a:p>
            <a:pPr algn="just"/>
            <a:r>
              <a:rPr lang="en-US" sz="2000" b="1" dirty="0">
                <a:latin typeface="Times New Roman" panose="02020603050405020304" pitchFamily="18" charset="0"/>
                <a:cs typeface="Times New Roman" panose="02020603050405020304" pitchFamily="18" charset="0"/>
              </a:rPr>
              <a:t>Insight:</a:t>
            </a:r>
          </a:p>
          <a:p>
            <a:pPr algn="just"/>
            <a:r>
              <a:rPr lang="en-US" sz="20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Calling tablets are in the majority at roughly 56%, while Wi-Fi-only models account for about 44%. This indicates a stronger market preference for cellular-enabled tablets, likely due to the added flexibility of using mobile data and calling features without relying on Wi-Fi</a:t>
            </a:r>
            <a:r>
              <a:rPr lang="en-US" sz="2000" dirty="0">
                <a:latin typeface="Times New Roman" panose="02020603050405020304" pitchFamily="18" charset="0"/>
                <a:cs typeface="Times New Roman" panose="02020603050405020304" pitchFamily="18" charset="0"/>
              </a:rPr>
              <a: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24999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7C4E5-1BE5-1ADC-86BA-54207216D205}"/>
              </a:ext>
            </a:extLst>
          </p:cNvPr>
          <p:cNvSpPr>
            <a:spLocks noGrp="1"/>
          </p:cNvSpPr>
          <p:nvPr>
            <p:ph type="title"/>
          </p:nvPr>
        </p:nvSpPr>
        <p:spPr>
          <a:xfrm>
            <a:off x="746760" y="365125"/>
            <a:ext cx="10515600" cy="315912"/>
          </a:xfrm>
        </p:spPr>
        <p:txBody>
          <a:bodyPr>
            <a:normAutofit fontScale="90000"/>
          </a:bodyPr>
          <a:lstStyle/>
          <a:p>
            <a:pPr algn="ctr"/>
            <a:r>
              <a:rPr lang="en-IN" sz="4000" b="1" dirty="0">
                <a:solidFill>
                  <a:srgbClr val="FF0000"/>
                </a:solidFill>
                <a:latin typeface="Times New Roman" panose="02020603050405020304" pitchFamily="18" charset="0"/>
                <a:cs typeface="Times New Roman" panose="02020603050405020304" pitchFamily="18" charset="0"/>
              </a:rPr>
              <a:t>Bivariate Analysis</a:t>
            </a:r>
            <a:br>
              <a:rPr lang="en-IN" sz="3600" b="1" dirty="0">
                <a:latin typeface="Times New Roman" panose="02020603050405020304" pitchFamily="18" charset="0"/>
                <a:cs typeface="Times New Roman" panose="02020603050405020304" pitchFamily="18" charset="0"/>
              </a:rPr>
            </a:br>
            <a:endParaRPr lang="en-IN" sz="3600" dirty="0">
              <a:latin typeface="Arial Rounded MT Bold" panose="020F0704030504030204" pitchFamily="34" charset="0"/>
            </a:endParaRPr>
          </a:p>
        </p:txBody>
      </p:sp>
      <p:pic>
        <p:nvPicPr>
          <p:cNvPr id="5" name="Picture 4">
            <a:extLst>
              <a:ext uri="{FF2B5EF4-FFF2-40B4-BE49-F238E27FC236}">
                <a16:creationId xmlns:a16="http://schemas.microsoft.com/office/drawing/2014/main" id="{03D9E2FB-90E7-F41D-DEAD-D753C9E378E2}"/>
              </a:ext>
            </a:extLst>
          </p:cNvPr>
          <p:cNvPicPr>
            <a:picLocks noChangeAspect="1"/>
          </p:cNvPicPr>
          <p:nvPr/>
        </p:nvPicPr>
        <p:blipFill>
          <a:blip r:embed="rId2"/>
          <a:stretch>
            <a:fillRect/>
          </a:stretch>
        </p:blipFill>
        <p:spPr>
          <a:xfrm>
            <a:off x="6280661" y="523081"/>
            <a:ext cx="5837426" cy="3256439"/>
          </a:xfrm>
          <a:prstGeom prst="rect">
            <a:avLst/>
          </a:prstGeom>
        </p:spPr>
      </p:pic>
      <p:pic>
        <p:nvPicPr>
          <p:cNvPr id="7" name="Picture 6">
            <a:extLst>
              <a:ext uri="{FF2B5EF4-FFF2-40B4-BE49-F238E27FC236}">
                <a16:creationId xmlns:a16="http://schemas.microsoft.com/office/drawing/2014/main" id="{A85A1041-399B-398F-FA8B-38B733F1F395}"/>
              </a:ext>
            </a:extLst>
          </p:cNvPr>
          <p:cNvPicPr>
            <a:picLocks noChangeAspect="1"/>
          </p:cNvPicPr>
          <p:nvPr/>
        </p:nvPicPr>
        <p:blipFill>
          <a:blip r:embed="rId3"/>
          <a:stretch>
            <a:fillRect/>
          </a:stretch>
        </p:blipFill>
        <p:spPr>
          <a:xfrm>
            <a:off x="6280661" y="3779520"/>
            <a:ext cx="5837426" cy="3078480"/>
          </a:xfrm>
          <a:prstGeom prst="rect">
            <a:avLst/>
          </a:prstGeom>
        </p:spPr>
      </p:pic>
      <p:sp>
        <p:nvSpPr>
          <p:cNvPr id="3" name="TextBox 2">
            <a:extLst>
              <a:ext uri="{FF2B5EF4-FFF2-40B4-BE49-F238E27FC236}">
                <a16:creationId xmlns:a16="http://schemas.microsoft.com/office/drawing/2014/main" id="{A62AC39E-B56A-4D6B-C486-F3F16F35D3F0}"/>
              </a:ext>
            </a:extLst>
          </p:cNvPr>
          <p:cNvSpPr txBox="1"/>
          <p:nvPr/>
        </p:nvSpPr>
        <p:spPr>
          <a:xfrm>
            <a:off x="1071224" y="1170039"/>
            <a:ext cx="5024775" cy="2031325"/>
          </a:xfrm>
          <a:prstGeom prst="rect">
            <a:avLst/>
          </a:prstGeom>
          <a:noFill/>
        </p:spPr>
        <p:txBody>
          <a:bodyPr wrap="square" rtlCol="0">
            <a:spAutoFit/>
          </a:bodyPr>
          <a:lstStyle/>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
        <p:nvSpPr>
          <p:cNvPr id="4" name="TextBox 3">
            <a:extLst>
              <a:ext uri="{FF2B5EF4-FFF2-40B4-BE49-F238E27FC236}">
                <a16:creationId xmlns:a16="http://schemas.microsoft.com/office/drawing/2014/main" id="{9E18EF38-51A8-9BE1-B0F3-D6A256B94E2A}"/>
              </a:ext>
            </a:extLst>
          </p:cNvPr>
          <p:cNvSpPr txBox="1"/>
          <p:nvPr/>
        </p:nvSpPr>
        <p:spPr>
          <a:xfrm>
            <a:off x="638606" y="523081"/>
            <a:ext cx="5457393" cy="4955203"/>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Insight:</a:t>
            </a:r>
          </a:p>
          <a:p>
            <a:pPr algn="just"/>
            <a:r>
              <a:rPr lang="en-IN" sz="20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scatter plot shows that tablets with higher prices usually come with larger battery </a:t>
            </a:r>
            <a:r>
              <a:rPr lang="en-US" sz="2200" dirty="0" err="1">
                <a:latin typeface="Times New Roman" panose="02020603050405020304" pitchFamily="18" charset="0"/>
                <a:cs typeface="Times New Roman" panose="02020603050405020304" pitchFamily="18" charset="0"/>
              </a:rPr>
              <a:t>capacity.Most</a:t>
            </a:r>
            <a:r>
              <a:rPr lang="en-US" sz="2200" dirty="0">
                <a:latin typeface="Times New Roman" panose="02020603050405020304" pitchFamily="18" charset="0"/>
                <a:cs typeface="Times New Roman" panose="02020603050405020304" pitchFamily="18" charset="0"/>
              </a:rPr>
              <a:t> mid-range models (₹10k–₹40k) use 5,000–8,000 </a:t>
            </a:r>
            <a:r>
              <a:rPr lang="en-US" sz="2200" dirty="0" err="1">
                <a:latin typeface="Times New Roman" panose="02020603050405020304" pitchFamily="18" charset="0"/>
                <a:cs typeface="Times New Roman" panose="02020603050405020304" pitchFamily="18" charset="0"/>
              </a:rPr>
              <a:t>mAh</a:t>
            </a:r>
            <a:r>
              <a:rPr lang="en-US" sz="2200" dirty="0">
                <a:latin typeface="Times New Roman" panose="02020603050405020304" pitchFamily="18" charset="0"/>
                <a:cs typeface="Times New Roman" panose="02020603050405020304" pitchFamily="18" charset="0"/>
              </a:rPr>
              <a:t> batteries, while premium tablets priced above ₹80k often have batteries over 9,000 </a:t>
            </a:r>
            <a:r>
              <a:rPr lang="en-US" sz="2200" dirty="0" err="1">
                <a:latin typeface="Times New Roman" panose="02020603050405020304" pitchFamily="18" charset="0"/>
                <a:cs typeface="Times New Roman" panose="02020603050405020304" pitchFamily="18" charset="0"/>
              </a:rPr>
              <a:t>mAh</a:t>
            </a:r>
            <a:r>
              <a:rPr lang="en-US" sz="2200" dirty="0">
                <a:latin typeface="Times New Roman" panose="02020603050405020304" pitchFamily="18" charset="0"/>
                <a:cs typeface="Times New Roman" panose="02020603050405020304" pitchFamily="18" charset="0"/>
              </a:rPr>
              <a:t>. The upward trend line shows a positive relationship between battery size and price, although budget tablets still show mixed battery capacities.</a:t>
            </a:r>
            <a:endParaRPr lang="en-IN" sz="2200" dirty="0">
              <a:latin typeface="Times New Roman" panose="02020603050405020304" pitchFamily="18" charset="0"/>
              <a:cs typeface="Times New Roman" panose="02020603050405020304" pitchFamily="18" charset="0"/>
            </a:endParaRPr>
          </a:p>
          <a:p>
            <a:pPr algn="just"/>
            <a:endParaRPr lang="en-IN" dirty="0"/>
          </a:p>
          <a:p>
            <a:pPr algn="just"/>
            <a:endParaRPr lang="en-IN" dirty="0"/>
          </a:p>
          <a:p>
            <a:pPr algn="just"/>
            <a:endParaRPr lang="en-IN" dirty="0"/>
          </a:p>
          <a:p>
            <a:endParaRPr lang="en-IN" dirty="0"/>
          </a:p>
          <a:p>
            <a:endParaRPr lang="en-IN" dirty="0"/>
          </a:p>
          <a:p>
            <a:endParaRPr lang="en-IN" dirty="0"/>
          </a:p>
          <a:p>
            <a:endParaRPr lang="en-IN" dirty="0"/>
          </a:p>
        </p:txBody>
      </p:sp>
      <p:sp>
        <p:nvSpPr>
          <p:cNvPr id="6" name="TextBox 5">
            <a:extLst>
              <a:ext uri="{FF2B5EF4-FFF2-40B4-BE49-F238E27FC236}">
                <a16:creationId xmlns:a16="http://schemas.microsoft.com/office/drawing/2014/main" id="{82251B6B-0CAF-7720-80AF-004845866779}"/>
              </a:ext>
            </a:extLst>
          </p:cNvPr>
          <p:cNvSpPr txBox="1"/>
          <p:nvPr/>
        </p:nvSpPr>
        <p:spPr>
          <a:xfrm>
            <a:off x="638606" y="4056745"/>
            <a:ext cx="5349238" cy="2462213"/>
          </a:xfrm>
          <a:prstGeom prst="rect">
            <a:avLst/>
          </a:prstGeom>
          <a:noFill/>
        </p:spPr>
        <p:txBody>
          <a:bodyPr wrap="square" rtlCol="0">
            <a:spAutoFit/>
          </a:bodyPr>
          <a:lstStyle/>
          <a:p>
            <a:r>
              <a:rPr lang="en-US" sz="2200" b="1" dirty="0">
                <a:latin typeface="Times New Roman" panose="02020603050405020304" pitchFamily="18" charset="0"/>
                <a:cs typeface="Times New Roman" panose="02020603050405020304" pitchFamily="18" charset="0"/>
              </a:rPr>
              <a:t>Insight:</a:t>
            </a:r>
          </a:p>
          <a:p>
            <a:pPr algn="just"/>
            <a:r>
              <a:rPr lang="en-US"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The scatterplot shows that tablet prices generally increase with display size. However, some larger-display models are still priced lower, indicating that factors like RAM, storage, brand, and connectivity </a:t>
            </a:r>
            <a:r>
              <a:rPr lang="en-IN" sz="2200" dirty="0">
                <a:latin typeface="Times New Roman" panose="02020603050405020304" pitchFamily="18" charset="0"/>
                <a:cs typeface="Times New Roman" panose="02020603050405020304" pitchFamily="18" charset="0"/>
              </a:rPr>
              <a:t>also influence overall pricing.</a:t>
            </a:r>
          </a:p>
        </p:txBody>
      </p:sp>
    </p:spTree>
    <p:extLst>
      <p:ext uri="{BB962C8B-B14F-4D97-AF65-F5344CB8AC3E}">
        <p14:creationId xmlns:p14="http://schemas.microsoft.com/office/powerpoint/2010/main" val="15643328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2D6EB43-EC20-5533-25BA-EF3F95927DD1}"/>
              </a:ext>
            </a:extLst>
          </p:cNvPr>
          <p:cNvPicPr>
            <a:picLocks noChangeAspect="1"/>
          </p:cNvPicPr>
          <p:nvPr/>
        </p:nvPicPr>
        <p:blipFill>
          <a:blip r:embed="rId2"/>
          <a:stretch>
            <a:fillRect/>
          </a:stretch>
        </p:blipFill>
        <p:spPr>
          <a:xfrm>
            <a:off x="106679" y="0"/>
            <a:ext cx="11978641" cy="4277360"/>
          </a:xfrm>
          <a:prstGeom prst="rect">
            <a:avLst/>
          </a:prstGeom>
        </p:spPr>
      </p:pic>
      <p:sp>
        <p:nvSpPr>
          <p:cNvPr id="2" name="TextBox 1">
            <a:extLst>
              <a:ext uri="{FF2B5EF4-FFF2-40B4-BE49-F238E27FC236}">
                <a16:creationId xmlns:a16="http://schemas.microsoft.com/office/drawing/2014/main" id="{0757CE2C-D504-6A93-D1E7-D8665B8121A4}"/>
              </a:ext>
            </a:extLst>
          </p:cNvPr>
          <p:cNvSpPr txBox="1"/>
          <p:nvPr/>
        </p:nvSpPr>
        <p:spPr>
          <a:xfrm>
            <a:off x="894733" y="4395019"/>
            <a:ext cx="11102095" cy="1446550"/>
          </a:xfrm>
          <a:prstGeom prst="rect">
            <a:avLst/>
          </a:prstGeom>
          <a:noFill/>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Insight:</a:t>
            </a:r>
          </a:p>
          <a:p>
            <a:pPr algn="just"/>
            <a:r>
              <a:rPr lang="en-US" sz="2200" dirty="0">
                <a:latin typeface="Times New Roman" panose="02020603050405020304" pitchFamily="18" charset="0"/>
                <a:cs typeface="Times New Roman" panose="02020603050405020304" pitchFamily="18" charset="0"/>
              </a:rPr>
              <a:t>Apple has the highest average tablet price by a wide margin, followed by Samsung and OnePlus. Most other brands fall into the budget and mid-range categories, showing that premium pricing is concentrated within only a few top brands.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670079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073DC0-EC7B-2A9F-1E98-21D5E56FDCCE}"/>
              </a:ext>
            </a:extLst>
          </p:cNvPr>
          <p:cNvPicPr>
            <a:picLocks noChangeAspect="1"/>
          </p:cNvPicPr>
          <p:nvPr/>
        </p:nvPicPr>
        <p:blipFill>
          <a:blip r:embed="rId2"/>
          <a:stretch>
            <a:fillRect/>
          </a:stretch>
        </p:blipFill>
        <p:spPr>
          <a:xfrm>
            <a:off x="6096000" y="0"/>
            <a:ext cx="5871534" cy="2783840"/>
          </a:xfrm>
          <a:prstGeom prst="rect">
            <a:avLst/>
          </a:prstGeom>
        </p:spPr>
      </p:pic>
      <p:pic>
        <p:nvPicPr>
          <p:cNvPr id="7" name="Picture 6">
            <a:extLst>
              <a:ext uri="{FF2B5EF4-FFF2-40B4-BE49-F238E27FC236}">
                <a16:creationId xmlns:a16="http://schemas.microsoft.com/office/drawing/2014/main" id="{F2AE05C8-1D6F-74C4-4838-D0873CAF4594}"/>
              </a:ext>
            </a:extLst>
          </p:cNvPr>
          <p:cNvPicPr>
            <a:picLocks noChangeAspect="1"/>
          </p:cNvPicPr>
          <p:nvPr/>
        </p:nvPicPr>
        <p:blipFill>
          <a:blip r:embed="rId3"/>
          <a:stretch>
            <a:fillRect/>
          </a:stretch>
        </p:blipFill>
        <p:spPr>
          <a:xfrm>
            <a:off x="5699760" y="2783840"/>
            <a:ext cx="6389694" cy="3525520"/>
          </a:xfrm>
          <a:prstGeom prst="rect">
            <a:avLst/>
          </a:prstGeom>
        </p:spPr>
      </p:pic>
      <p:sp>
        <p:nvSpPr>
          <p:cNvPr id="2" name="TextBox 1">
            <a:extLst>
              <a:ext uri="{FF2B5EF4-FFF2-40B4-BE49-F238E27FC236}">
                <a16:creationId xmlns:a16="http://schemas.microsoft.com/office/drawing/2014/main" id="{5E3CD6F0-32E7-E198-2C2F-785A2686AEA0}"/>
              </a:ext>
            </a:extLst>
          </p:cNvPr>
          <p:cNvSpPr txBox="1"/>
          <p:nvPr/>
        </p:nvSpPr>
        <p:spPr>
          <a:xfrm>
            <a:off x="629264" y="294968"/>
            <a:ext cx="5070496" cy="2431435"/>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Insight:</a:t>
            </a:r>
          </a:p>
          <a:p>
            <a:pPr algn="just"/>
            <a:r>
              <a:rPr lang="en-IN"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Calling tablets show a wider price range and generally higher prices compared to Wi-Fi-only models. The outliers mostly represent premium tablets from brands like Apple.</a:t>
            </a:r>
            <a:endParaRPr lang="en-IN" sz="22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7ED1416A-CF1D-D96B-161F-2B52A603BE16}"/>
              </a:ext>
            </a:extLst>
          </p:cNvPr>
          <p:cNvSpPr txBox="1"/>
          <p:nvPr/>
        </p:nvSpPr>
        <p:spPr>
          <a:xfrm>
            <a:off x="747858" y="3155008"/>
            <a:ext cx="4679548" cy="4124206"/>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Insight:</a:t>
            </a:r>
          </a:p>
          <a:p>
            <a:pPr algn="just"/>
            <a:r>
              <a:rPr lang="en-IN" sz="2200" b="1"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Tablet prices generally increase as RAM increases, especially from 8GB </a:t>
            </a:r>
            <a:r>
              <a:rPr lang="en-US" sz="2200" dirty="0" err="1">
                <a:latin typeface="Times New Roman" panose="02020603050405020304" pitchFamily="18" charset="0"/>
                <a:cs typeface="Times New Roman" panose="02020603050405020304" pitchFamily="18" charset="0"/>
              </a:rPr>
              <a:t>upward.However</a:t>
            </a:r>
            <a:r>
              <a:rPr lang="en-US" sz="2200" dirty="0">
                <a:latin typeface="Times New Roman" panose="02020603050405020304" pitchFamily="18" charset="0"/>
                <a:cs typeface="Times New Roman" panose="02020603050405020304" pitchFamily="18" charset="0"/>
              </a:rPr>
              <a:t>, some higher-RAM models still show lower prices, indicating that RAM alone doesn’t determine price and other factors like brand, storage, and display size also influence the final cost.</a:t>
            </a:r>
            <a:endParaRPr lang="en-IN" sz="2200" b="1"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endParaRPr lang="en-IN" dirty="0"/>
          </a:p>
          <a:p>
            <a:endParaRPr lang="en-IN" dirty="0"/>
          </a:p>
          <a:p>
            <a:endParaRPr lang="en-IN" dirty="0"/>
          </a:p>
        </p:txBody>
      </p:sp>
    </p:spTree>
    <p:extLst>
      <p:ext uri="{BB962C8B-B14F-4D97-AF65-F5344CB8AC3E}">
        <p14:creationId xmlns:p14="http://schemas.microsoft.com/office/powerpoint/2010/main" val="26119775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E08007-84CC-546A-5741-540B9CBE1542}"/>
              </a:ext>
            </a:extLst>
          </p:cNvPr>
          <p:cNvPicPr>
            <a:picLocks noChangeAspect="1"/>
          </p:cNvPicPr>
          <p:nvPr/>
        </p:nvPicPr>
        <p:blipFill>
          <a:blip r:embed="rId2"/>
          <a:stretch>
            <a:fillRect/>
          </a:stretch>
        </p:blipFill>
        <p:spPr>
          <a:xfrm>
            <a:off x="5964248" y="452284"/>
            <a:ext cx="5997300" cy="5191432"/>
          </a:xfrm>
          <a:prstGeom prst="rect">
            <a:avLst/>
          </a:prstGeom>
        </p:spPr>
      </p:pic>
      <p:sp>
        <p:nvSpPr>
          <p:cNvPr id="2" name="TextBox 1">
            <a:extLst>
              <a:ext uri="{FF2B5EF4-FFF2-40B4-BE49-F238E27FC236}">
                <a16:creationId xmlns:a16="http://schemas.microsoft.com/office/drawing/2014/main" id="{56D80675-DF8A-D883-BF23-FCED22F45EE9}"/>
              </a:ext>
            </a:extLst>
          </p:cNvPr>
          <p:cNvSpPr txBox="1"/>
          <p:nvPr/>
        </p:nvSpPr>
        <p:spPr>
          <a:xfrm>
            <a:off x="570272" y="943896"/>
            <a:ext cx="4994786" cy="3139321"/>
          </a:xfrm>
          <a:prstGeom prst="rect">
            <a:avLst/>
          </a:prstGeom>
          <a:noFill/>
        </p:spPr>
        <p:txBody>
          <a:bodyPr wrap="square" rtlCol="0">
            <a:spAutoFit/>
          </a:bodyPr>
          <a:lstStyle/>
          <a:p>
            <a:pPr algn="just"/>
            <a:r>
              <a:rPr lang="en-US" sz="2200" b="1" dirty="0">
                <a:latin typeface="Times New Roman" panose="02020603050405020304" pitchFamily="18" charset="0"/>
                <a:cs typeface="Times New Roman" panose="02020603050405020304" pitchFamily="18" charset="0"/>
              </a:rPr>
              <a:t>Insight:</a:t>
            </a:r>
          </a:p>
          <a:p>
            <a:pPr algn="just"/>
            <a:r>
              <a:rPr lang="en-US" sz="2200" dirty="0">
                <a:latin typeface="Times New Roman" panose="02020603050405020304" pitchFamily="18" charset="0"/>
                <a:cs typeface="Times New Roman" panose="02020603050405020304" pitchFamily="18" charset="0"/>
              </a:rPr>
              <a:t>	Tablet prices increase noticeably with higher ROM, especially from 64GB onward. However, a few higher-ROM models still appear at lower prices, showing that storage capacity is not the only factor determining price -brand, RAM, and display size also influence overall pricing.</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984656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91F1DA8-F8E4-957B-857E-D31D672C4962}"/>
              </a:ext>
            </a:extLst>
          </p:cNvPr>
          <p:cNvPicPr>
            <a:picLocks noChangeAspect="1"/>
          </p:cNvPicPr>
          <p:nvPr/>
        </p:nvPicPr>
        <p:blipFill>
          <a:blip r:embed="rId2"/>
          <a:stretch>
            <a:fillRect/>
          </a:stretch>
        </p:blipFill>
        <p:spPr>
          <a:xfrm>
            <a:off x="6096000" y="344129"/>
            <a:ext cx="5889523" cy="5928851"/>
          </a:xfrm>
          <a:prstGeom prst="rect">
            <a:avLst/>
          </a:prstGeom>
        </p:spPr>
      </p:pic>
      <p:sp>
        <p:nvSpPr>
          <p:cNvPr id="8" name="TextBox 7">
            <a:extLst>
              <a:ext uri="{FF2B5EF4-FFF2-40B4-BE49-F238E27FC236}">
                <a16:creationId xmlns:a16="http://schemas.microsoft.com/office/drawing/2014/main" id="{6EEBE5CD-73BB-BA47-B996-8BC578B7300D}"/>
              </a:ext>
            </a:extLst>
          </p:cNvPr>
          <p:cNvSpPr txBox="1"/>
          <p:nvPr/>
        </p:nvSpPr>
        <p:spPr>
          <a:xfrm>
            <a:off x="629264" y="688259"/>
            <a:ext cx="5319252" cy="7171194"/>
          </a:xfrm>
          <a:prstGeom prst="rect">
            <a:avLst/>
          </a:prstGeom>
          <a:noFill/>
        </p:spPr>
        <p:txBody>
          <a:bodyPr wrap="square" rtlCol="0">
            <a:spAutoFit/>
          </a:bodyPr>
          <a:lstStyle/>
          <a:p>
            <a:r>
              <a:rPr lang="en-IN" sz="2200" b="1" dirty="0">
                <a:latin typeface="Times New Roman" panose="02020603050405020304" pitchFamily="18" charset="0"/>
                <a:cs typeface="Times New Roman" panose="02020603050405020304" pitchFamily="18" charset="0"/>
              </a:rPr>
              <a:t>Insight:</a:t>
            </a:r>
          </a:p>
          <a:p>
            <a:pPr algn="just"/>
            <a:r>
              <a:rPr lang="en-IN" sz="2200" dirty="0">
                <a:latin typeface="Times New Roman" panose="02020603050405020304" pitchFamily="18" charset="0"/>
                <a:cs typeface="Times New Roman" panose="02020603050405020304" pitchFamily="18" charset="0"/>
              </a:rPr>
              <a:t>	</a:t>
            </a:r>
            <a:r>
              <a:rPr lang="en-US" sz="2200" dirty="0">
                <a:latin typeface="Times New Roman" panose="02020603050405020304" pitchFamily="18" charset="0"/>
                <a:cs typeface="Times New Roman" panose="02020603050405020304" pitchFamily="18" charset="0"/>
              </a:rPr>
              <a:t>Display size, rear camera, and front camera show the moderate positive correlations with price, followed by ROM. Battery capacity and RAM have weaker relationships with price. Overall, the heatmap indicates that larger displays and better camera specs contribute more to higher tablet prices than battery or RAM alone.</a:t>
            </a:r>
            <a:endParaRPr lang="en-IN" sz="2200" dirty="0">
              <a:latin typeface="Times New Roman" panose="02020603050405020304" pitchFamily="18" charset="0"/>
              <a:cs typeface="Times New Roman" panose="02020603050405020304" pitchFamily="18" charset="0"/>
            </a:endParaRPr>
          </a:p>
          <a:p>
            <a:pPr algn="just"/>
            <a:endParaRPr lang="en-IN" sz="2200" dirty="0">
              <a:latin typeface="Times New Roman" panose="02020603050405020304" pitchFamily="18" charset="0"/>
              <a:cs typeface="Times New Roman" panose="02020603050405020304" pitchFamily="18" charset="0"/>
            </a:endParaRPr>
          </a:p>
          <a:p>
            <a:endParaRPr lang="en-IN" sz="2200" dirty="0"/>
          </a:p>
          <a:p>
            <a:endParaRPr lang="en-IN" sz="2200"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902868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1BEA8-AFC4-5185-BD3E-5796C04C165C}"/>
              </a:ext>
            </a:extLst>
          </p:cNvPr>
          <p:cNvSpPr>
            <a:spLocks noGrp="1"/>
          </p:cNvSpPr>
          <p:nvPr>
            <p:ph type="title"/>
          </p:nvPr>
        </p:nvSpPr>
        <p:spPr>
          <a:xfrm>
            <a:off x="838200" y="99655"/>
            <a:ext cx="10515600" cy="736088"/>
          </a:xfrm>
        </p:spPr>
        <p:txBody>
          <a:bodyPr>
            <a:normAutofit/>
          </a:bodyPr>
          <a:lstStyle/>
          <a:p>
            <a:pPr algn="ctr"/>
            <a:r>
              <a:rPr lang="en-IN" sz="3600" dirty="0">
                <a:solidFill>
                  <a:srgbClr val="FF0000"/>
                </a:solidFill>
                <a:latin typeface="Arial Rounded MT Bold" panose="020F0704030504030204" pitchFamily="34" charset="0"/>
              </a:rPr>
              <a:t>Key Business Questions and Insights</a:t>
            </a:r>
          </a:p>
        </p:txBody>
      </p:sp>
      <p:sp>
        <p:nvSpPr>
          <p:cNvPr id="3" name="Text Placeholder 2">
            <a:extLst>
              <a:ext uri="{FF2B5EF4-FFF2-40B4-BE49-F238E27FC236}">
                <a16:creationId xmlns:a16="http://schemas.microsoft.com/office/drawing/2014/main" id="{117DD0DF-CAF3-157B-E18F-BE65E9D73ECB}"/>
              </a:ext>
            </a:extLst>
          </p:cNvPr>
          <p:cNvSpPr>
            <a:spLocks noGrp="1"/>
          </p:cNvSpPr>
          <p:nvPr>
            <p:ph type="body" idx="1"/>
          </p:nvPr>
        </p:nvSpPr>
        <p:spPr>
          <a:xfrm>
            <a:off x="481781" y="835743"/>
            <a:ext cx="11238271" cy="5341220"/>
          </a:xfrm>
        </p:spPr>
        <p:txBody>
          <a:bodyPr>
            <a:normAutofit/>
          </a:bodyPr>
          <a:lstStyle/>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1Q. Which brands dominate the Indian tablet market in terms of product availability?</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Insight: Apple </a:t>
            </a:r>
            <a:r>
              <a:rPr lang="en-US" sz="2200" dirty="0">
                <a:latin typeface="Times New Roman" panose="02020603050405020304" pitchFamily="18" charset="0"/>
                <a:cs typeface="Times New Roman" panose="02020603050405020304" pitchFamily="18" charset="0"/>
              </a:rPr>
              <a:t>and</a:t>
            </a:r>
            <a:r>
              <a:rPr lang="en-US" sz="2200" b="1" dirty="0">
                <a:latin typeface="Times New Roman" panose="02020603050405020304" pitchFamily="18" charset="0"/>
                <a:cs typeface="Times New Roman" panose="02020603050405020304" pitchFamily="18" charset="0"/>
              </a:rPr>
              <a:t> Samsung </a:t>
            </a:r>
            <a:r>
              <a:rPr lang="en-US" sz="2200" dirty="0">
                <a:latin typeface="Times New Roman" panose="02020603050405020304" pitchFamily="18" charset="0"/>
                <a:cs typeface="Times New Roman" panose="02020603050405020304" pitchFamily="18" charset="0"/>
              </a:rPr>
              <a:t>dominate the </a:t>
            </a:r>
            <a:r>
              <a:rPr lang="en-US" sz="2200" b="1" dirty="0">
                <a:latin typeface="Times New Roman" panose="02020603050405020304" pitchFamily="18" charset="0"/>
                <a:cs typeface="Times New Roman" panose="02020603050405020304" pitchFamily="18" charset="0"/>
              </a:rPr>
              <a:t>Indian tablet market </a:t>
            </a:r>
            <a:r>
              <a:rPr lang="en-US" sz="2200" dirty="0">
                <a:latin typeface="Times New Roman" panose="02020603050405020304" pitchFamily="18" charset="0"/>
                <a:cs typeface="Times New Roman" panose="02020603050405020304" pitchFamily="18" charset="0"/>
              </a:rPr>
              <a:t>in product availability</a:t>
            </a:r>
            <a:r>
              <a:rPr lang="en-US" sz="2200" b="1" dirty="0">
                <a:latin typeface="Times New Roman" panose="02020603050405020304" pitchFamily="18" charset="0"/>
                <a:cs typeface="Times New Roman" panose="02020603050405020304" pitchFamily="18" charset="0"/>
              </a:rPr>
              <a:t>.</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2Q. What price ranges are most common in the Indian tablet market?</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Insights: </a:t>
            </a:r>
            <a:r>
              <a:rPr lang="en-US" sz="2200" dirty="0">
                <a:latin typeface="Times New Roman" panose="02020603050405020304" pitchFamily="18" charset="0"/>
                <a:cs typeface="Times New Roman" panose="02020603050405020304" pitchFamily="18" charset="0"/>
              </a:rPr>
              <a:t>Most Tablets in the Indian market in the price range of </a:t>
            </a:r>
            <a:r>
              <a:rPr lang="en-US" sz="2200" b="1" dirty="0">
                <a:latin typeface="Times New Roman" panose="02020603050405020304" pitchFamily="18" charset="0"/>
                <a:cs typeface="Times New Roman" panose="02020603050405020304" pitchFamily="18" charset="0"/>
              </a:rPr>
              <a:t>Rs.10,000 – 40,000</a:t>
            </a:r>
            <a:r>
              <a:rPr lang="en-US" sz="2200" dirty="0">
                <a:latin typeface="Times New Roman" panose="02020603050405020304" pitchFamily="18" charset="0"/>
                <a:cs typeface="Times New Roman" panose="02020603050405020304" pitchFamily="18" charset="0"/>
              </a:rPr>
              <a:t>.</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3Q.How does connectivity type (Wi-Fi vs. Wi-Fi + SIM) influence tablet pricing ?</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Insight: Calling Tabs </a:t>
            </a:r>
            <a:r>
              <a:rPr lang="en-US" sz="2200" dirty="0">
                <a:latin typeface="Times New Roman" panose="02020603050405020304" pitchFamily="18" charset="0"/>
                <a:cs typeface="Times New Roman" panose="02020603050405020304" pitchFamily="18" charset="0"/>
              </a:rPr>
              <a:t>tend to have </a:t>
            </a:r>
            <a:r>
              <a:rPr lang="en-US" sz="2200" b="1" dirty="0">
                <a:latin typeface="Times New Roman" panose="02020603050405020304" pitchFamily="18" charset="0"/>
                <a:cs typeface="Times New Roman" panose="02020603050405020304" pitchFamily="18" charset="0"/>
              </a:rPr>
              <a:t>more price.</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4Q. Do larger display sizes command higher prices?</a:t>
            </a:r>
          </a:p>
          <a:p>
            <a:pPr marL="114300" indent="0">
              <a:lnSpc>
                <a:spcPct val="100000"/>
              </a:lnSpc>
              <a:buNone/>
            </a:pPr>
            <a:r>
              <a:rPr lang="en-US" sz="2200" b="1" dirty="0">
                <a:latin typeface="Times New Roman" panose="02020603050405020304" pitchFamily="18" charset="0"/>
                <a:cs typeface="Times New Roman" panose="02020603050405020304" pitchFamily="18" charset="0"/>
              </a:rPr>
              <a:t>Insight: </a:t>
            </a:r>
            <a:r>
              <a:rPr lang="en-US" sz="2200" dirty="0">
                <a:latin typeface="Times New Roman" panose="02020603050405020304" pitchFamily="18" charset="0"/>
                <a:cs typeface="Times New Roman" panose="02020603050405020304" pitchFamily="18" charset="0"/>
              </a:rPr>
              <a:t>Most of </a:t>
            </a:r>
            <a:r>
              <a:rPr lang="en-US" sz="2200" b="1" dirty="0">
                <a:latin typeface="Times New Roman" panose="02020603050405020304" pitchFamily="18" charset="0"/>
                <a:cs typeface="Times New Roman" panose="02020603050405020304" pitchFamily="18" charset="0"/>
              </a:rPr>
              <a:t>Tablet Price </a:t>
            </a:r>
            <a:r>
              <a:rPr lang="en-US" sz="2200" dirty="0">
                <a:latin typeface="Times New Roman" panose="02020603050405020304" pitchFamily="18" charset="0"/>
                <a:cs typeface="Times New Roman" panose="02020603050405020304" pitchFamily="18" charset="0"/>
              </a:rPr>
              <a:t>tend to </a:t>
            </a:r>
            <a:r>
              <a:rPr lang="en-US" sz="2200" b="1" dirty="0">
                <a:latin typeface="Times New Roman" panose="02020603050405020304" pitchFamily="18" charset="0"/>
                <a:cs typeface="Times New Roman" panose="02020603050405020304" pitchFamily="18" charset="0"/>
              </a:rPr>
              <a:t>increase with display size</a:t>
            </a:r>
            <a:r>
              <a:rPr lang="en-US" sz="2200" dirty="0">
                <a:latin typeface="Times New Roman" panose="02020603050405020304" pitchFamily="18" charset="0"/>
                <a:cs typeface="Times New Roman" panose="02020603050405020304" pitchFamily="18" charset="0"/>
              </a:rPr>
              <a:t>.</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5Q.How do camera specifications (front &amp; rear) correlate with price?</a:t>
            </a:r>
          </a:p>
          <a:p>
            <a:pPr marL="114300" indent="0">
              <a:lnSpc>
                <a:spcPct val="100000"/>
              </a:lnSpc>
              <a:buNone/>
            </a:pPr>
            <a:r>
              <a:rPr lang="en-IN" sz="2200" dirty="0">
                <a:latin typeface="Times New Roman" panose="02020603050405020304" pitchFamily="18" charset="0"/>
                <a:cs typeface="Times New Roman" panose="02020603050405020304" pitchFamily="18" charset="0"/>
              </a:rPr>
              <a:t>Insight: </a:t>
            </a:r>
            <a:r>
              <a:rPr lang="en-US" sz="2200" dirty="0">
                <a:latin typeface="Times New Roman" panose="02020603050405020304" pitchFamily="18" charset="0"/>
                <a:cs typeface="Times New Roman" panose="02020603050405020304" pitchFamily="18" charset="0"/>
              </a:rPr>
              <a:t>Camera specifications show a moderate positive correlation with tablet prices.</a:t>
            </a:r>
          </a:p>
          <a:p>
            <a:pPr marL="114300" indent="0">
              <a:buNone/>
            </a:pP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58945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B1E1F-F686-A265-9792-E2EE00446873}"/>
              </a:ext>
            </a:extLst>
          </p:cNvPr>
          <p:cNvSpPr>
            <a:spLocks noGrp="1"/>
          </p:cNvSpPr>
          <p:nvPr>
            <p:ph type="title"/>
          </p:nvPr>
        </p:nvSpPr>
        <p:spPr>
          <a:xfrm>
            <a:off x="838200" y="127818"/>
            <a:ext cx="10515600" cy="698091"/>
          </a:xfrm>
        </p:spPr>
        <p:txBody>
          <a:bodyPr>
            <a:normAutofit/>
          </a:bodyPr>
          <a:lstStyle/>
          <a:p>
            <a:pPr algn="ctr"/>
            <a:r>
              <a:rPr lang="en-IN" sz="3600" dirty="0">
                <a:solidFill>
                  <a:srgbClr val="FF0000"/>
                </a:solidFill>
                <a:latin typeface="Arial Rounded MT Bold" panose="020F0704030504030204" pitchFamily="34" charset="0"/>
              </a:rPr>
              <a:t>Conclusion</a:t>
            </a:r>
          </a:p>
        </p:txBody>
      </p:sp>
      <p:sp>
        <p:nvSpPr>
          <p:cNvPr id="3" name="Text Placeholder 2">
            <a:extLst>
              <a:ext uri="{FF2B5EF4-FFF2-40B4-BE49-F238E27FC236}">
                <a16:creationId xmlns:a16="http://schemas.microsoft.com/office/drawing/2014/main" id="{F6C24AAE-3BEA-CF7A-DF26-0122B610F3D7}"/>
              </a:ext>
            </a:extLst>
          </p:cNvPr>
          <p:cNvSpPr>
            <a:spLocks noGrp="1"/>
          </p:cNvSpPr>
          <p:nvPr>
            <p:ph type="body" idx="1"/>
          </p:nvPr>
        </p:nvSpPr>
        <p:spPr>
          <a:xfrm>
            <a:off x="838200" y="1258529"/>
            <a:ext cx="10515600" cy="4918434"/>
          </a:xfrm>
        </p:spPr>
        <p:txBody>
          <a:bodyPr>
            <a:normAutofit/>
          </a:bodyPr>
          <a:lstStyle/>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Apple and Samsung dominate the premium tablet segment, while most other brands target the budget range.</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Tablet prices rise mainly with larger displays, higher storage (ROM), and better camera specifications.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RAM and battery capacity impact price but are weaker predictors compared to display and storage.</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Wi-Fi + SIM models are generally priced higher than Wi-Fi-only versions.</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Price variation is driven by brand positioning and feature combinations rather than any single specification.</a:t>
            </a:r>
          </a:p>
          <a:p>
            <a:pPr algn="just">
              <a:buFont typeface="Wingdings" panose="05000000000000000000" pitchFamily="2" charset="2"/>
              <a:buChar char="Ø"/>
            </a:pPr>
            <a:r>
              <a:rPr lang="en-US" sz="2200" dirty="0">
                <a:latin typeface="Times New Roman" panose="02020603050405020304" pitchFamily="18" charset="0"/>
                <a:cs typeface="Times New Roman" panose="02020603050405020304" pitchFamily="18" charset="0"/>
              </a:rPr>
              <a:t>Discounts and exchange offers vary widely, reflecting competitive pricing strategies across brands.</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283115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B252D2-140C-6A46-B7B8-41561F2DCE88}"/>
              </a:ext>
            </a:extLst>
          </p:cNvPr>
          <p:cNvSpPr>
            <a:spLocks noGrp="1"/>
          </p:cNvSpPr>
          <p:nvPr>
            <p:ph type="title"/>
          </p:nvPr>
        </p:nvSpPr>
        <p:spPr>
          <a:xfrm>
            <a:off x="838200" y="50482"/>
            <a:ext cx="10515600" cy="630555"/>
          </a:xfrm>
        </p:spPr>
        <p:txBody>
          <a:bodyPr>
            <a:normAutofit/>
          </a:bodyPr>
          <a:lstStyle/>
          <a:p>
            <a:pPr algn="ctr"/>
            <a:r>
              <a:rPr lang="en-IN" sz="3600" dirty="0">
                <a:solidFill>
                  <a:srgbClr val="FF0000"/>
                </a:solidFill>
                <a:latin typeface="Arial Rounded MT Bold" panose="020F0704030504030204" pitchFamily="34" charset="0"/>
              </a:rPr>
              <a:t>Recommendations</a:t>
            </a:r>
          </a:p>
        </p:txBody>
      </p:sp>
      <p:sp>
        <p:nvSpPr>
          <p:cNvPr id="4" name="Rectangle 1">
            <a:extLst>
              <a:ext uri="{FF2B5EF4-FFF2-40B4-BE49-F238E27FC236}">
                <a16:creationId xmlns:a16="http://schemas.microsoft.com/office/drawing/2014/main" id="{C75CCB4B-FC30-1D40-C506-B06DAD67D4D2}"/>
              </a:ext>
            </a:extLst>
          </p:cNvPr>
          <p:cNvSpPr>
            <a:spLocks noGrp="1" noChangeArrowheads="1"/>
          </p:cNvSpPr>
          <p:nvPr>
            <p:ph type="body" idx="1"/>
          </p:nvPr>
        </p:nvSpPr>
        <p:spPr bwMode="auto">
          <a:xfrm>
            <a:off x="662940" y="628233"/>
            <a:ext cx="10866120" cy="56015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Consumers should prioritize higher ROM (128GB or 256GB)</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since storage has a strong impact on usability and is a major price driver.</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Choose tablets with at least 4GB or 6GB RAM</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for smooth performance, as lower RAM options show limited value.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Prefer larger displays (10 inches and above)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the device will be used for entertainment, productivity, or learning, as display size strongly correlates with price and user experience.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Avoid extremely low-priced models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with inconsistent specifications, as they often compromise on storage, battery, and camera quality.</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Wi-Fi + SIM models are recommended</a:t>
            </a:r>
            <a:r>
              <a:rPr lang="en-US" sz="2000" dirty="0">
                <a:latin typeface="Times New Roman" panose="02020603050405020304" pitchFamily="18" charset="0"/>
                <a:cs typeface="Times New Roman" panose="02020603050405020304" pitchFamily="18" charset="0"/>
              </a:rPr>
              <a:t> for users who need mobility and calling features; they offer better flexibility despite higher pricing.</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Premium brands like Apple and Samsung</a:t>
            </a:r>
            <a:r>
              <a:rPr lang="en-US" sz="2000" dirty="0">
                <a:latin typeface="Times New Roman" panose="02020603050405020304" pitchFamily="18" charset="0"/>
                <a:cs typeface="Times New Roman" panose="02020603050405020304" pitchFamily="18" charset="0"/>
              </a:rPr>
              <a:t> provide consistent performance and build quality but at a higher cost; buyers should choose based on budget and feature needs.</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Check battery capacity carefully</a:t>
            </a:r>
            <a:r>
              <a:rPr lang="en-US" sz="2000" dirty="0">
                <a:latin typeface="Times New Roman" panose="02020603050405020304" pitchFamily="18" charset="0"/>
                <a:cs typeface="Times New Roman" panose="02020603050405020304" pitchFamily="18" charset="0"/>
              </a:rPr>
              <a:t>, aiming for at least 6000 </a:t>
            </a:r>
            <a:r>
              <a:rPr lang="en-US" sz="2000" dirty="0" err="1">
                <a:latin typeface="Times New Roman" panose="02020603050405020304" pitchFamily="18" charset="0"/>
                <a:cs typeface="Times New Roman" panose="02020603050405020304" pitchFamily="18" charset="0"/>
              </a:rPr>
              <a:t>mAh</a:t>
            </a:r>
            <a:r>
              <a:rPr lang="en-US" sz="2000" dirty="0">
                <a:latin typeface="Times New Roman" panose="02020603050405020304" pitchFamily="18" charset="0"/>
                <a:cs typeface="Times New Roman" panose="02020603050405020304" pitchFamily="18" charset="0"/>
              </a:rPr>
              <a:t> to ensure full-day usability, especially for students and travelers.</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r>
              <a:rPr lang="en-US" sz="2000" b="1" dirty="0">
                <a:latin typeface="Times New Roman" panose="02020603050405020304" pitchFamily="18" charset="0"/>
                <a:cs typeface="Times New Roman" panose="02020603050405020304" pitchFamily="18" charset="0"/>
              </a:rPr>
              <a:t>Look for genuine discounts and compare them across brands</a:t>
            </a:r>
            <a:r>
              <a:rPr lang="en-US" sz="2000" dirty="0">
                <a:latin typeface="Times New Roman" panose="02020603050405020304" pitchFamily="18" charset="0"/>
                <a:cs typeface="Times New Roman" panose="02020603050405020304" pitchFamily="18" charset="0"/>
              </a:rPr>
              <a:t>, as mid-range tablets often offer the best price-to-feature value.</a:t>
            </a:r>
          </a:p>
          <a:p>
            <a:pPr marL="285750" lvl="0" indent="-285750" eaLnBrk="0" fontAlgn="base" hangingPunct="0">
              <a:lnSpc>
                <a:spcPct val="100000"/>
              </a:lnSpc>
              <a:spcBef>
                <a:spcPct val="0"/>
              </a:spcBef>
              <a:spcAft>
                <a:spcPct val="0"/>
              </a:spcAft>
              <a:buClrTx/>
              <a:buSzTx/>
              <a:buFont typeface="Wingdings" panose="05000000000000000000" pitchFamily="2" charset="2"/>
              <a:buChar char="Ø"/>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4965658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12099-C46B-8D4B-427F-58E99A167D12}"/>
              </a:ext>
            </a:extLst>
          </p:cNvPr>
          <p:cNvSpPr>
            <a:spLocks noGrp="1"/>
          </p:cNvSpPr>
          <p:nvPr>
            <p:ph type="title"/>
          </p:nvPr>
        </p:nvSpPr>
        <p:spPr>
          <a:xfrm>
            <a:off x="838200" y="89823"/>
            <a:ext cx="10515600" cy="677094"/>
          </a:xfrm>
        </p:spPr>
        <p:txBody>
          <a:bodyPr>
            <a:normAutofit/>
          </a:bodyPr>
          <a:lstStyle/>
          <a:p>
            <a:pPr algn="ctr"/>
            <a:r>
              <a:rPr lang="en-IN" sz="3600" b="1" dirty="0">
                <a:solidFill>
                  <a:srgbClr val="FF0000"/>
                </a:solidFill>
                <a:latin typeface="Arial Rounded MT Bold" panose="020F0704030504030204" pitchFamily="34" charset="0"/>
              </a:rPr>
              <a:t>Challenges Faced</a:t>
            </a:r>
            <a:endParaRPr lang="en-IN" sz="3600" dirty="0">
              <a:solidFill>
                <a:srgbClr val="FF0000"/>
              </a:solidFill>
              <a:latin typeface="Arial Rounded MT Bold" panose="020F0704030504030204" pitchFamily="34" charset="0"/>
            </a:endParaRPr>
          </a:p>
        </p:txBody>
      </p:sp>
      <p:sp>
        <p:nvSpPr>
          <p:cNvPr id="3" name="Text Placeholder 2">
            <a:extLst>
              <a:ext uri="{FF2B5EF4-FFF2-40B4-BE49-F238E27FC236}">
                <a16:creationId xmlns:a16="http://schemas.microsoft.com/office/drawing/2014/main" id="{CB8737C9-1C29-1070-C3FE-92E4295A497C}"/>
              </a:ext>
            </a:extLst>
          </p:cNvPr>
          <p:cNvSpPr>
            <a:spLocks noGrp="1"/>
          </p:cNvSpPr>
          <p:nvPr>
            <p:ph type="body" idx="1"/>
          </p:nvPr>
        </p:nvSpPr>
        <p:spPr>
          <a:xfrm>
            <a:off x="838200" y="766917"/>
            <a:ext cx="10515600" cy="5535560"/>
          </a:xfrm>
        </p:spPr>
        <p:txBody>
          <a:bodyPr>
            <a:normAutofit/>
          </a:bodyPr>
          <a:lstStyle/>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Dynamic webpages:</a:t>
            </a:r>
            <a:r>
              <a:rPr lang="en-US" sz="2200" dirty="0">
                <a:latin typeface="Times New Roman" panose="02020603050405020304" pitchFamily="18" charset="0"/>
                <a:cs typeface="Times New Roman" panose="02020603050405020304" pitchFamily="18" charset="0"/>
              </a:rPr>
              <a:t> Changing HTML structures and scripts affected scraping stability.</a:t>
            </a:r>
            <a:endParaRPr lang="en-US" sz="2200" b="1" dirty="0">
              <a:latin typeface="Times New Roman" panose="02020603050405020304" pitchFamily="18" charset="0"/>
              <a:cs typeface="Times New Roman" panose="02020603050405020304" pitchFamily="18" charset="0"/>
            </a:endParaRP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Brand and model variations:</a:t>
            </a:r>
            <a:r>
              <a:rPr lang="en-US" sz="2200" dirty="0">
                <a:latin typeface="Times New Roman" panose="02020603050405020304" pitchFamily="18" charset="0"/>
                <a:cs typeface="Times New Roman" panose="02020603050405020304" pitchFamily="18" charset="0"/>
              </a:rPr>
              <a:t> Minor naming differences caused category mismatches that required manual correction.</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Inconsistent data formats:</a:t>
            </a:r>
            <a:r>
              <a:rPr lang="en-US" sz="2200" dirty="0">
                <a:latin typeface="Times New Roman" panose="02020603050405020304" pitchFamily="18" charset="0"/>
                <a:cs typeface="Times New Roman" panose="02020603050405020304" pitchFamily="18" charset="0"/>
              </a:rPr>
              <a:t> Specifications like RAM, ROM, and battery appeared in multiple formats across pages, requiring heavy cleaning.</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Duplicate entries:</a:t>
            </a:r>
            <a:r>
              <a:rPr lang="en-US" sz="2200" dirty="0">
                <a:latin typeface="Times New Roman" panose="02020603050405020304" pitchFamily="18" charset="0"/>
                <a:cs typeface="Times New Roman" panose="02020603050405020304" pitchFamily="18" charset="0"/>
              </a:rPr>
              <a:t> Repeated listings for the same tablet model had to be identified and removed.</a:t>
            </a:r>
          </a:p>
          <a:p>
            <a:pPr>
              <a:lnSpc>
                <a:spcPct val="100000"/>
              </a:lnSpc>
              <a:buFont typeface="Wingdings" panose="05000000000000000000" pitchFamily="2" charset="2"/>
              <a:buChar char="Ø"/>
            </a:pPr>
            <a:r>
              <a:rPr lang="en-US" sz="2200" b="1" dirty="0">
                <a:latin typeface="Times New Roman" panose="02020603050405020304" pitchFamily="18" charset="0"/>
                <a:cs typeface="Times New Roman" panose="02020603050405020304" pitchFamily="18" charset="0"/>
              </a:rPr>
              <a:t>Missing values:</a:t>
            </a:r>
            <a:r>
              <a:rPr lang="en-US" sz="2200" dirty="0">
                <a:latin typeface="Times New Roman" panose="02020603050405020304" pitchFamily="18" charset="0"/>
                <a:cs typeface="Times New Roman" panose="02020603050405020304" pitchFamily="18" charset="0"/>
              </a:rPr>
              <a:t> Many tablets had incomplete details (especially battery and camera specs), making preprocessing time-consuming.</a:t>
            </a:r>
          </a:p>
          <a:p>
            <a:pPr>
              <a:lnSpc>
                <a:spcPct val="100000"/>
              </a:lnSpc>
              <a:buFont typeface="Wingdings" panose="05000000000000000000" pitchFamily="2" charset="2"/>
              <a:buChar char="Ø"/>
            </a:pPr>
            <a:r>
              <a:rPr lang="en-IN" sz="2200" b="1" dirty="0">
                <a:latin typeface="Times New Roman" panose="02020603050405020304" pitchFamily="18" charset="0"/>
                <a:cs typeface="Times New Roman" panose="02020603050405020304" pitchFamily="18" charset="0"/>
              </a:rPr>
              <a:t>Choosing Appropriate Visualization : </a:t>
            </a:r>
            <a:r>
              <a:rPr lang="en-US" sz="2200" dirty="0">
                <a:latin typeface="Times New Roman" panose="02020603050405020304" pitchFamily="18" charset="0"/>
                <a:cs typeface="Times New Roman" panose="02020603050405020304" pitchFamily="18" charset="0"/>
              </a:rPr>
              <a:t>Selecting the right plot types to represent insights</a:t>
            </a:r>
            <a:r>
              <a:rPr lang="en-US"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7537712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Clr>
                <a:srgbClr val="C00000"/>
              </a:buClr>
              <a:buSzPts val="4400"/>
              <a:buFont typeface="Libre Baskerville"/>
              <a:buNone/>
            </a:pPr>
            <a:r>
              <a:rPr lang="en-IN" sz="4400" b="0" i="0" u="none" strike="noStrike" cap="none" dirty="0">
                <a:solidFill>
                  <a:srgbClr val="FF0000"/>
                </a:solidFill>
                <a:latin typeface="Libre Baskerville"/>
                <a:ea typeface="Libre Baskerville"/>
                <a:cs typeface="Libre Baskerville"/>
                <a:sym typeface="Libre Baskerville"/>
              </a:rPr>
              <a:t>THANK YOU</a:t>
            </a:r>
            <a:endParaRPr sz="1800" b="0" i="0" u="none" strike="noStrike" cap="none" dirty="0">
              <a:solidFill>
                <a:srgbClr val="FF0000"/>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1759</TotalTime>
  <Words>2058</Words>
  <Application>Microsoft Office PowerPoint</Application>
  <PresentationFormat>Widescreen</PresentationFormat>
  <Paragraphs>180</Paragraphs>
  <Slides>23</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23</vt:i4>
      </vt:variant>
    </vt:vector>
  </HeadingPairs>
  <TitlesOfParts>
    <vt:vector size="32" baseType="lpstr">
      <vt:lpstr>Wingdings</vt:lpstr>
      <vt:lpstr>Calibri</vt:lpstr>
      <vt:lpstr>Aptos</vt:lpstr>
      <vt:lpstr>Arial</vt:lpstr>
      <vt:lpstr>Futura</vt:lpstr>
      <vt:lpstr>Arial Rounded MT Bold</vt:lpstr>
      <vt:lpstr>Times New Roman</vt:lpstr>
      <vt:lpstr>Libre Baskerville</vt:lpstr>
      <vt:lpstr>Office Theme</vt:lpstr>
      <vt:lpstr>PowerPoint Presentation</vt:lpstr>
      <vt:lpstr>Agenda</vt:lpstr>
      <vt:lpstr>Problem statement </vt:lpstr>
      <vt:lpstr>Objectives of Project </vt:lpstr>
      <vt:lpstr>Web scraping workflow </vt:lpstr>
      <vt:lpstr>Data Overview</vt:lpstr>
      <vt:lpstr>PowerPoint Presentation</vt:lpstr>
      <vt:lpstr>PowerPoint Presentation</vt:lpstr>
      <vt:lpstr>Data cleaning steps </vt:lpstr>
      <vt:lpstr>PowerPoint Presentation</vt:lpstr>
      <vt:lpstr>Univariate Analysis  </vt:lpstr>
      <vt:lpstr>PowerPoint Presentation</vt:lpstr>
      <vt:lpstr>PowerPoint Presentation</vt:lpstr>
      <vt:lpstr>Bivariate Analysis </vt:lpstr>
      <vt:lpstr>PowerPoint Presentation</vt:lpstr>
      <vt:lpstr>PowerPoint Presentation</vt:lpstr>
      <vt:lpstr>PowerPoint Presentation</vt:lpstr>
      <vt:lpstr>PowerPoint Presentation</vt:lpstr>
      <vt:lpstr>Key Business Questions and Insights</vt:lpstr>
      <vt:lpstr>Conclusion</vt:lpstr>
      <vt:lpstr>Recommendations</vt:lpstr>
      <vt:lpstr>Challenges Faced</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sampath kumar Pujari</cp:lastModifiedBy>
  <cp:revision>1</cp:revision>
  <dcterms:created xsi:type="dcterms:W3CDTF">2021-02-16T05:19:01Z</dcterms:created>
  <dcterms:modified xsi:type="dcterms:W3CDTF">2025-11-19T10:20:23Z</dcterms:modified>
</cp:coreProperties>
</file>